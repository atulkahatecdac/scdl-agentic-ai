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1.png"/><Relationship Id="rId4" Type="http://schemas.openxmlformats.org/officeDocument/2006/relationships/image" Target="../media/image-11-2.svg"/><Relationship Id="rId5" Type="http://schemas.openxmlformats.org/officeDocument/2006/relationships/image" Target="../media/image-11-1.png"/><Relationship Id="rId6" Type="http://schemas.openxmlformats.org/officeDocument/2006/relationships/image" Target="../media/image-11-2.svg"/><Relationship Id="rId7" Type="http://schemas.openxmlformats.org/officeDocument/2006/relationships/image" Target="../media/image-11-1.png"/><Relationship Id="rId8" Type="http://schemas.openxmlformats.org/officeDocument/2006/relationships/image" Target="../media/image-11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1.png"/><Relationship Id="rId4" Type="http://schemas.openxmlformats.org/officeDocument/2006/relationships/image" Target="../media/image-24-2.svg"/><Relationship Id="rId5" Type="http://schemas.openxmlformats.org/officeDocument/2006/relationships/image" Target="../media/image-24-1.png"/><Relationship Id="rId6" Type="http://schemas.openxmlformats.org/officeDocument/2006/relationships/image" Target="../media/image-24-2.svg"/><Relationship Id="rId7" Type="http://schemas.openxmlformats.org/officeDocument/2006/relationships/image" Target="../media/image-24-1.png"/><Relationship Id="rId8" Type="http://schemas.openxmlformats.org/officeDocument/2006/relationships/image" Target="../media/image-24-2.svg"/><Relationship Id="rId9" Type="http://schemas.openxmlformats.org/officeDocument/2006/relationships/image" Target="../media/image-24-1.png"/><Relationship Id="rId10" Type="http://schemas.openxmlformats.org/officeDocument/2006/relationships/image" Target="../media/image-24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1.png"/><Relationship Id="rId4" Type="http://schemas.openxmlformats.org/officeDocument/2006/relationships/image" Target="../media/image-26-2.svg"/><Relationship Id="rId5" Type="http://schemas.openxmlformats.org/officeDocument/2006/relationships/image" Target="../media/image-26-1.png"/><Relationship Id="rId6" Type="http://schemas.openxmlformats.org/officeDocument/2006/relationships/image" Target="../media/image-26-2.svg"/><Relationship Id="rId7" Type="http://schemas.openxmlformats.org/officeDocument/2006/relationships/image" Target="../media/image-26-7.png"/><Relationship Id="rId8" Type="http://schemas.openxmlformats.org/officeDocument/2006/relationships/image" Target="../media/image-26-8.svg"/><Relationship Id="rId9" Type="http://schemas.openxmlformats.org/officeDocument/2006/relationships/image" Target="../media/image-26-7.png"/><Relationship Id="rId10" Type="http://schemas.openxmlformats.org/officeDocument/2006/relationships/image" Target="../media/image-26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Testing with Generative AI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Certificate in Agentic AI and Software Solutions · Module 3 · 10-hour module · Beginner-friendly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54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Learning Objectives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09411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2365" y="212953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5723" y="2159000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Understand the purpose of automated testing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61475" y="289738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2365" y="293280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75723" y="2962275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 common types of software tests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61475" y="370066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2365" y="37360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75723" y="3765550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AI to generate test cases and test code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61475" y="450393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2365" y="453935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75723" y="4568825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AI to improve test coverage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61475" y="530721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2365" y="534263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75723" y="5372100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 and validate AI-generated tests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2396629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Software Testing?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3176290"/>
            <a:ext cx="690326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 checks whether software behaves as expected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Tests compare actual behavior with expected behavior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 helps find defects before deployment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tests can be executed repeatedly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483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Automate Testing?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717006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912368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Faster Feedback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321050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Catch issues instantly as code changes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717006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912368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Repeatable Testing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3321050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the same tests every time, without variation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007842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420320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Reduced Manual Effort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611886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 up developers from tedious manual checks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4007842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4203204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Detect Regressions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611886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Useful during development and after code changes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3552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Types of Automated Tests</a:t>
            </a:r>
            <a:endParaRPr lang="en-US" sz="3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709638"/>
            <a:ext cx="6296860" cy="11399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91819" y="210234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203795" y="1924050"/>
            <a:ext cx="51120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Unit Tests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03795" y="2332732"/>
            <a:ext cx="51120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individual functions or components in isolation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038574"/>
            <a:ext cx="6296860" cy="11399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91819" y="34312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6203795" y="3252986"/>
            <a:ext cx="51120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Integration Tests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03795" y="3661668"/>
            <a:ext cx="51120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components working together as a group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367510"/>
            <a:ext cx="6296860" cy="11399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91819" y="476021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6203795" y="4581922"/>
            <a:ext cx="51120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End-to-End Tests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203795" y="4990604"/>
            <a:ext cx="51120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complete user workflows from start to finish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5233360" y="5720060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module focuses on simple, practical examples across all three types.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93454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Unit Testing Basics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73115"/>
            <a:ext cx="6903269" cy="141426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unit test checks a small piece of code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Usually tests one function or method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Tests should be focused and repeatable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example: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132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Anatomy of a Test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81970"/>
            <a:ext cx="3622882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527028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Arrange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3935710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Prepare inputs and test data before running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2581970"/>
            <a:ext cx="3622882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3364" y="3527028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73364" y="3935710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Call the function or component under test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2581970"/>
            <a:ext cx="3622882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96246" y="3527028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Assert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96246" y="3935710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the expected result against actual output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61475" y="494218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each test focused on a specific behavior.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57214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 Unit Test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36875"/>
            <a:ext cx="7512854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Function: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calculate_discount(price, percentage)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415705"/>
            <a:ext cx="690326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normal discount calculation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zero discount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invalid input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assertions to verify expected results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0270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Where Generative AI Helps</a:t>
            </a:r>
            <a:endParaRPr lang="en-US" sz="3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76822"/>
            <a:ext cx="472468" cy="472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0177" y="1876822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Initial Tests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370177" y="2285504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Quickly scaffold test cases from function signatures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965946"/>
            <a:ext cx="472468" cy="472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0177" y="2965946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Suggest Edge Cases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1370177" y="3374628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boundary and invalid input scenarios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055070"/>
            <a:ext cx="472468" cy="4724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70177" y="4055070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Explain Existing Tests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1370177" y="4463752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Clarify what a test does and why it matters</a:t>
            </a:r>
            <a:endParaRPr lang="en-US" sz="1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144195"/>
            <a:ext cx="472468" cy="4724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70177" y="5144195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 Missing Scenarios</a:t>
            </a:r>
            <a:endParaRPr lang="en-US" sz="1850" dirty="0"/>
          </a:p>
        </p:txBody>
      </p:sp>
      <p:sp>
        <p:nvSpPr>
          <p:cNvPr id="16" name="Text 9"/>
          <p:cNvSpPr/>
          <p:nvPr/>
        </p:nvSpPr>
        <p:spPr>
          <a:xfrm>
            <a:off x="1370177" y="5552877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readability and test completeness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65895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Prompting AI to Generate Tests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36205"/>
            <a:ext cx="3504219" cy="207883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the function or component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Describe expected behavior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Specify the testing framework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for normal, boundary, and invalid cases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for readable test names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201" y="1913731"/>
            <a:ext cx="6903269" cy="30304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04247" y="4072455"/>
            <a:ext cx="1210084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Provide Context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804247" y="4312649"/>
            <a:ext cx="1210084" cy="299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 function and expected behavior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201791" y="3876310"/>
            <a:ext cx="1210085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Request Output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201791" y="4116504"/>
            <a:ext cx="1210085" cy="44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for readable names and explanations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512992" y="2231518"/>
            <a:ext cx="1210085" cy="374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Specify Requirements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12992" y="2658715"/>
            <a:ext cx="1210085" cy="299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 framework and case types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102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 Test Prompt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678906"/>
            <a:ext cx="5339820" cy="11399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893318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Start with the request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302000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"Generate pytest unit tests for this function"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678906"/>
            <a:ext cx="5339919" cy="11399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6305" y="2893318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Include the function code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506305" y="3302000"/>
            <a:ext cx="48095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Paste the full implementation so AI has complete context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007842"/>
            <a:ext cx="5339820" cy="11399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7479" y="4222254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Specify case types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77479" y="4630936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for positive cases, edge cases, and invalid inputs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4007842"/>
            <a:ext cx="5339919" cy="11399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06305" y="4222254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Request explanations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506305" y="4630936"/>
            <a:ext cx="48095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for a short explanation of each test generated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19786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AI-Generated Tests: Review First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662634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857996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Incorrect Assumptions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3266678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Generated tests may assume behavior that doesn't match the real requirement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662634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857996"/>
            <a:ext cx="26632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Syntactically Correct ≠ Logically Right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3561953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test can run without errors but still verify the wrong thing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558308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475367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More Tests ≠ Better Testing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162352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whether expected results actually match requirements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96629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 Cases vs Test Code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76290"/>
            <a:ext cx="690326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test case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describes what should be tested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Test code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implements the test in a framework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help with both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by identifying scenarios before generating large amounts of test code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459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Edge Cases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14624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52888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Boundary Values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937570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Minimum and maximum limits of valid input ranges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1914624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52888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Empty &amp; Missing Input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2937570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Null, empty string, or absent required fields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618012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23227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Unexpected Data Types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4640957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Strings where numbers are expected and vice versa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3618012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23227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Extreme Values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4640957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Very large, very small, or invalid input values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61475" y="5156002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E1E1EA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482" y="5423694"/>
            <a:ext cx="236234" cy="1890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75723" y="5392241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AI to identify relevant edge cases for your specific application.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81044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Testing Existing Code with AI</a:t>
            </a:r>
            <a:endParaRPr lang="en-US" sz="3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684562"/>
            <a:ext cx="6296860" cy="236289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49249" y="4382362"/>
            <a:ext cx="949741" cy="36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 Failures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552316" y="4473842"/>
            <a:ext cx="949740" cy="18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 Tests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3361887" y="4382362"/>
            <a:ext cx="949740" cy="36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Tests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2171459" y="4382362"/>
            <a:ext cx="949740" cy="36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 Behaviors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955011" y="4473842"/>
            <a:ext cx="949740" cy="18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Provide Code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96629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Integration Testing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76290"/>
            <a:ext cx="690326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Checks whether multiple components work together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Examples: service + database, API + service, module + external component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help generate test scenarios and setup code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integration tests focused and practical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503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 Testing with AI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7370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669580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814836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Describe the API endpoint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223518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 the route, method, and parameters with AI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90301" y="237370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301" y="2669580"/>
            <a:ext cx="5339919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6190301" y="2814836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Specify request and expected response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190301" y="3223518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what a valid request looks like and what response is expected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415905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454922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4600178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basic test cases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61475" y="5008860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AI to cover success and failure scenarios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190301" y="415905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90301" y="4454922"/>
            <a:ext cx="5339919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301" y="4600178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Validate status codes and response data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190301" y="5008860"/>
            <a:ext cx="53399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both happy path and error responses thoroughly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2396629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 Data Generation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3176290"/>
            <a:ext cx="690326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generate sample test inputs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Useful for normal and edge cases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Avoid using real confidential or sensitive data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generated data representative of realistic inputs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9133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Mocking and Test Doubles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060005"/>
            <a:ext cx="10868745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3066355"/>
            <a:ext cx="3618616" cy="1693962"/>
          </a:xfrm>
          <a:custGeom>
            <a:avLst/>
            <a:gdLst/>
            <a:ahLst/>
            <a:cxnLst/>
            <a:rect l="l" t="t" r="r" b="b"/>
            <a:pathLst>
              <a:path w="3618616" h="1693962">
                <a:moveTo>
                  <a:pt x="66156" y="0"/>
                </a:moveTo>
                <a:lnTo>
                  <a:pt x="3618616" y="0"/>
                </a:lnTo>
                <a:lnTo>
                  <a:pt x="3618616" y="1693962"/>
                </a:lnTo>
                <a:lnTo>
                  <a:pt x="66156" y="1693962"/>
                </a:lnTo>
                <a:arcTo hR="66158" wR="66156" stAng="5400000" swAng="5400000"/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3255367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664049"/>
            <a:ext cx="324060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External services can make tests slow or unreliable when called in every test run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286440" y="3066355"/>
            <a:ext cx="3618715" cy="1693962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8" name="Shape 6"/>
          <p:cNvSpPr/>
          <p:nvPr/>
        </p:nvSpPr>
        <p:spPr>
          <a:xfrm>
            <a:off x="4286440" y="3066355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9" name="Text 7"/>
          <p:cNvSpPr/>
          <p:nvPr/>
        </p:nvSpPr>
        <p:spPr>
          <a:xfrm>
            <a:off x="4475447" y="3255367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Solution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475447" y="3664049"/>
            <a:ext cx="324070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Mocks replace external dependencies during testing with controlled substitutes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905155" y="3066355"/>
            <a:ext cx="3618715" cy="1693962"/>
          </a:xfrm>
          <a:custGeom>
            <a:avLst/>
            <a:gdLst/>
            <a:ahLst/>
            <a:cxnLst/>
            <a:rect l="l" t="t" r="r" b="b"/>
            <a:pathLst>
              <a:path w="3618715" h="1693962">
                <a:moveTo>
                  <a:pt x="0" y="0"/>
                </a:moveTo>
                <a:lnTo>
                  <a:pt x="3552558" y="0"/>
                </a:lnTo>
                <a:arcTo hR="66158" wR="66156" stAng="16200000" swAng="5400000"/>
                <a:lnTo>
                  <a:pt x="3618715" y="1627804"/>
                </a:lnTo>
                <a:arcTo hR="66158" wR="66156" stAng="0" swAng="5400000"/>
                <a:lnTo>
                  <a:pt x="0" y="1693962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2" name="Shape 10"/>
          <p:cNvSpPr/>
          <p:nvPr/>
        </p:nvSpPr>
        <p:spPr>
          <a:xfrm>
            <a:off x="7905155" y="3066355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3" name="Text 11"/>
          <p:cNvSpPr/>
          <p:nvPr/>
        </p:nvSpPr>
        <p:spPr>
          <a:xfrm>
            <a:off x="8094162" y="3255367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AI's Role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94162" y="3664049"/>
            <a:ext cx="324070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suggest simple mocking approaches when the real dependency is unnecessary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12380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AI-Assisted Test Debugging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92041"/>
            <a:ext cx="6903269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the failing test and error output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AI to explain the failure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whether the test or application is wrong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the smallest appropriate change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the test again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5619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Improving Test Coverage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030313"/>
            <a:ext cx="3053877" cy="2040037"/>
          </a:xfrm>
          <a:prstGeom prst="roundRect">
            <a:avLst>
              <a:gd name="adj" fmla="val 3891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5881" y="2244725"/>
            <a:ext cx="26250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Coverage Measures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75881" y="2948682"/>
            <a:ext cx="26250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Coverage indicates which code is exercised by tests — lines, branches, and conditions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030313"/>
            <a:ext cx="3053976" cy="2040037"/>
          </a:xfrm>
          <a:prstGeom prst="roundRect">
            <a:avLst>
              <a:gd name="adj" fmla="val 3891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8765" y="2244725"/>
            <a:ext cx="2625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AI Helps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118765" y="2653407"/>
            <a:ext cx="2625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suggest untested branches or conditions you may have overlooked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259362"/>
            <a:ext cx="6296860" cy="1442343"/>
          </a:xfrm>
          <a:prstGeom prst="roundRect">
            <a:avLst>
              <a:gd name="adj" fmla="val 550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5881" y="4473773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Coverage Doesn't Tell You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75881" y="4882455"/>
            <a:ext cx="58680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high percentage alone does not guarantee quality — focus on meaningful behaviors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2396629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Regression Testing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3176290"/>
            <a:ext cx="690326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regression occurs when a change breaks previously working behavior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tests help detect regressions quickly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a test when fixing an important bug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the test suite after significant changes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4038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AI-Assisted Test Review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61475" y="1578173"/>
            <a:ext cx="91477" cy="91480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4" name="Text 2"/>
          <p:cNvSpPr/>
          <p:nvPr/>
        </p:nvSpPr>
        <p:spPr>
          <a:xfrm>
            <a:off x="930252" y="1480939"/>
            <a:ext cx="1059996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Check Clarity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30252" y="1873349"/>
            <a:ext cx="1059996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AI to review tests for readability and clear naming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475" y="2613720"/>
            <a:ext cx="91477" cy="91480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7" name="Text 5"/>
          <p:cNvSpPr/>
          <p:nvPr/>
        </p:nvSpPr>
        <p:spPr>
          <a:xfrm>
            <a:off x="930252" y="2516485"/>
            <a:ext cx="1059996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Verify Assertions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0252" y="2908895"/>
            <a:ext cx="1059996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whether assertions are meaningful and actually catch bugs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1475" y="3649266"/>
            <a:ext cx="91477" cy="91480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930252" y="3552031"/>
            <a:ext cx="1059996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Eliminate Duplication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0252" y="3944441"/>
            <a:ext cx="1059996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Look for tests that overlap or repeat the same verification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1475" y="4684812"/>
            <a:ext cx="91477" cy="91480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930252" y="4587577"/>
            <a:ext cx="1059996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Find Gaps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0252" y="4979988"/>
            <a:ext cx="1059996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Look for missing edge cases and uncovered scenarios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475" y="5720358"/>
            <a:ext cx="91477" cy="91480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16" name="Text 14"/>
          <p:cNvSpPr/>
          <p:nvPr/>
        </p:nvSpPr>
        <p:spPr>
          <a:xfrm>
            <a:off x="930252" y="5623123"/>
            <a:ext cx="1059996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Ensure Independence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0252" y="6015534"/>
            <a:ext cx="1059996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Tests should be independent of each other and maintainable over time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53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Common Problems with AI-Generated Tests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74069"/>
            <a:ext cx="3496877" cy="17447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28848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Incorrect Assumptions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697163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Tests may encode assumptions about behavior that don't reflect real requirements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074069"/>
            <a:ext cx="3496877" cy="17447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28848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Weak Assertions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697163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Assertions that are too loose may not catch real bugs when they occur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074069"/>
            <a:ext cx="3496877" cy="17447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28848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Duplicate Tests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697163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may generate tests that overlap or repeat the same check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007842"/>
            <a:ext cx="3496877" cy="17447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422225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Mismatched Mocks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479" y="4630936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Generated mocks may not accurately reflect the real external system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7359" y="4007842"/>
            <a:ext cx="3496877" cy="174476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422225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Implementation Coupling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663363" y="4630936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Tests can become too tightly coupled to implementation details, breaking on refactors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28130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Best Practices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07791"/>
            <a:ext cx="6903269" cy="214491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the requirement before generating tests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tests incrementally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clear test names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assertions carefully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tests regularly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tests simple and maintainable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755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Lab: Generate Unit Tests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736229"/>
            <a:ext cx="1297749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1792883"/>
            <a:ext cx="168052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HANDS-ON LAB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35994"/>
            <a:ext cx="3496877" cy="19838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96410" y="237777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75881" y="2991941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Select a Module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75881" y="3400623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a small Python module to work with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235994"/>
            <a:ext cx="3496877" cy="198387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82294" y="237777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4561766" y="2991941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 Scenarios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61766" y="3400623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AI to identify test scenarios for the module</a:t>
            </a:r>
            <a:endParaRPr lang="en-US" sz="14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235994"/>
            <a:ext cx="3496877" cy="198387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68179" y="237777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8247650" y="2991941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Tests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8247650" y="3400623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pytest tests using AI assistance</a:t>
            </a:r>
            <a:endParaRPr lang="en-US" sz="14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408884"/>
            <a:ext cx="5339820" cy="1681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217931" y="455066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875881" y="5164832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 &amp; Fix</a:t>
            </a:r>
            <a:endParaRPr lang="en-US" sz="1850" dirty="0"/>
          </a:p>
        </p:txBody>
      </p:sp>
      <p:sp>
        <p:nvSpPr>
          <p:cNvPr id="20" name="Text 14"/>
          <p:cNvSpPr/>
          <p:nvPr/>
        </p:nvSpPr>
        <p:spPr>
          <a:xfrm>
            <a:off x="875881" y="5573514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the tests and fix any incorrect ones</a:t>
            </a:r>
            <a:endParaRPr lang="en-US" sz="14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0301" y="4408884"/>
            <a:ext cx="5339820" cy="16814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746757" y="455066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750" dirty="0"/>
          </a:p>
        </p:txBody>
      </p:sp>
      <p:sp>
        <p:nvSpPr>
          <p:cNvPr id="23" name="Text 16"/>
          <p:cNvSpPr/>
          <p:nvPr/>
        </p:nvSpPr>
        <p:spPr>
          <a:xfrm>
            <a:off x="6404708" y="5164832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 Edge Cases</a:t>
            </a:r>
            <a:endParaRPr lang="en-US" sz="1850" dirty="0"/>
          </a:p>
        </p:txBody>
      </p:sp>
      <p:sp>
        <p:nvSpPr>
          <p:cNvPr id="24" name="Text 17"/>
          <p:cNvSpPr/>
          <p:nvPr/>
        </p:nvSpPr>
        <p:spPr>
          <a:xfrm>
            <a:off x="6404708" y="5573514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and add any missing edge case tests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66391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Lab: Test and Debug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569666"/>
            <a:ext cx="1297749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2626320"/>
            <a:ext cx="168052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3069431"/>
            <a:ext cx="6903269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Introduce or identify a small bug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the generated tests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Inspect the failure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AI to explain the problem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 the code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the tests again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990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Lab: Generate API / Integration Tests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61475" y="1214140"/>
            <a:ext cx="1013990" cy="224334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50075" y="1258391"/>
            <a:ext cx="1446375" cy="13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HANDS-ON LAB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68252"/>
            <a:ext cx="10868745" cy="4767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55303" y="4607652"/>
            <a:ext cx="1642671" cy="58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Define Behavior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3955303" y="5279574"/>
            <a:ext cx="1642671" cy="628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Describe expected inputs and outcomes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73680" y="4901781"/>
            <a:ext cx="1642670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 &amp; Review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173680" y="5279574"/>
            <a:ext cx="1642670" cy="628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 tests and inspect generated scenarios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403632" y="1996765"/>
            <a:ext cx="1642671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Select API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403632" y="2374557"/>
            <a:ext cx="1642671" cy="628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Pick a simple or multi-component example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01093" y="1996765"/>
            <a:ext cx="1642670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Tests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601093" y="2374557"/>
            <a:ext cx="1642670" cy="628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AI to create basic integration tests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950641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Lab: Test Review and Coverage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4633201" y="2753916"/>
            <a:ext cx="1297749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5" name="Text 2"/>
          <p:cNvSpPr/>
          <p:nvPr/>
        </p:nvSpPr>
        <p:spPr>
          <a:xfrm>
            <a:off x="4746605" y="2810570"/>
            <a:ext cx="168052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633201" y="3253680"/>
            <a:ext cx="6903269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the complete test suite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missing scenarios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AI for additional test ideas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basic coverage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 unnecessary or duplicate tests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2" y="485279"/>
            <a:ext cx="4415422" cy="5887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0884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Module Summary</a:t>
            </a:r>
            <a:endParaRPr lang="en-US" sz="3050" dirty="0"/>
          </a:p>
        </p:txBody>
      </p:sp>
      <p:sp>
        <p:nvSpPr>
          <p:cNvPr id="5" name="Shape 2"/>
          <p:cNvSpPr/>
          <p:nvPr/>
        </p:nvSpPr>
        <p:spPr>
          <a:xfrm>
            <a:off x="5233360" y="1244402"/>
            <a:ext cx="6296860" cy="876796"/>
          </a:xfrm>
          <a:prstGeom prst="roundRect">
            <a:avLst>
              <a:gd name="adj" fmla="val 749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96174" y="1407220"/>
            <a:ext cx="59712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Accelerate Test Creation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96174" y="1729482"/>
            <a:ext cx="59712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 AI can rapidly scaffold test cases and test code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33360" y="2250777"/>
            <a:ext cx="6296860" cy="876796"/>
          </a:xfrm>
          <a:prstGeom prst="roundRect">
            <a:avLst>
              <a:gd name="adj" fmla="val 749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6174" y="2413595"/>
            <a:ext cx="59712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Better Prompts = Better Tests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396174" y="2735858"/>
            <a:ext cx="59712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 prompts produce more relevant and useful test scenarios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33360" y="3257153"/>
            <a:ext cx="6296860" cy="876796"/>
          </a:xfrm>
          <a:prstGeom prst="roundRect">
            <a:avLst>
              <a:gd name="adj" fmla="val 749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6174" y="3419971"/>
            <a:ext cx="59712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Does More Than Generate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396174" y="3742234"/>
            <a:ext cx="59712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also explain, debug, and review your tests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33360" y="4263529"/>
            <a:ext cx="6296860" cy="1105694"/>
          </a:xfrm>
          <a:prstGeom prst="roundRect">
            <a:avLst>
              <a:gd name="adj" fmla="val 594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96174" y="4426347"/>
            <a:ext cx="59712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Always Validate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396174" y="4748609"/>
            <a:ext cx="5971232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tests provide fast, repeatable feedback — but always validate against actual requirements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233360" y="5514975"/>
            <a:ext cx="6296860" cy="782141"/>
          </a:xfrm>
          <a:prstGeom prst="roundRect">
            <a:avLst>
              <a:gd name="adj" fmla="val 8406"/>
            </a:avLst>
          </a:prstGeom>
          <a:solidFill>
            <a:srgbClr val="E1E1E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825" y="5699125"/>
            <a:ext cx="195654" cy="1564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741943" y="5683647"/>
            <a:ext cx="5631813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takeaway: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AI helps create tests, but developers must decide what correct behavior means.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2026-08-26T06:40:58Z</dcterms:created>
  <dcterms:modified xsi:type="dcterms:W3CDTF">2026-08-26T06:40:58Z</dcterms:modified>
</cp:coreProperties>
</file>