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2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178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 used Google Sheets as the database. Today we move to MySQL, running in its own Docker container, and build three classic business automations: lead handling, approvals and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name one repetitive task from their own job. Most will fit one of these three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expression editor: the right-hand preview evaluates the expression on the current item as you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&lt; redirection, hence Get-Content piped into docker exec -i. host.docker.internal is Docker Desktop's name for the host machine, where port 3306 is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Workflow Automation with n8n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data, apply business rules and store the results in MySQL — automatically.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in Generative AI and Automation  ·  No-Code Low-Code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806440" y="745236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841" y="892637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7960" y="72694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or expense arrives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89904" y="134874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5806440" y="1705356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841" y="1852757"/>
            <a:ext cx="272125" cy="27212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37960" y="168706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route, approve, report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89904" y="230886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806440" y="26654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3841" y="2812877"/>
            <a:ext cx="272125" cy="27212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37960" y="264718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 record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089904" y="3268980"/>
            <a:ext cx="0" cy="320040"/>
          </a:xfrm>
          <a:prstGeom prst="line">
            <a:avLst/>
          </a:prstGeom>
          <a:noFill/>
          <a:ln w="19050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806440" y="3625596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3841" y="3772997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37960" y="360730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+ Docs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and daily reports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Goals &amp; Agenda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hands-on workflows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4904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manual business process into a workflow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2677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items with IF and Switch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0449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926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MySQL from n8n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82219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515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 workflow for a human approval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572000" y="1280160"/>
            <a:ext cx="4114800" cy="3337560"/>
          </a:xfrm>
          <a:prstGeom prst="roundRect">
            <a:avLst>
              <a:gd name="adj" fmla="val 274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992624" y="1847088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406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&amp; objectives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992624" y="2249424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440680" y="21396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992624" y="2651760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440680" y="2542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MySQL container + credential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800600" y="2980944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800600" y="2980944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5440680" y="2944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4800600" y="3383280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800600" y="3383280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5440680" y="33467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800600" y="3785616"/>
            <a:ext cx="502920" cy="246888"/>
          </a:xfrm>
          <a:prstGeom prst="roundRect">
            <a:avLst>
              <a:gd name="adj" fmla="val 18519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800600" y="3785616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5440680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4992624" y="4261104"/>
            <a:ext cx="100584" cy="100584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40680" y="41513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Troubleshooting, challenge, Q&amp;A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Worth Automating?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work that is frequent, rule-based and already digital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16852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leads from forms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route them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first email instantly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29184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520440" y="1554480"/>
            <a:ext cx="502920" cy="50292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1199" y="168523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6052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52044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claims and approvals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reminders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alerts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26480" y="1325880"/>
            <a:ext cx="2560320" cy="2240280"/>
          </a:xfrm>
          <a:prstGeom prst="roundRect">
            <a:avLst>
              <a:gd name="adj" fmla="val 40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95160" y="1554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355080" y="219456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weekly reports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and SLA alerts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checklists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when: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happens often · the rules are clear · the data is already digital.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human in the loop when: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money, legal risk or customer-facing judgement is involved — WF2 shows how.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Expressions: Reading Data Anywhere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inside {{ }} is a small piece of JavaScript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44168"/>
            <a:ext cx="438912" cy="43891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1458285"/>
            <a:ext cx="210678" cy="21067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325880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item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$json.email }}</a:t>
            </a: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field from the node just before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057400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2171517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039112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earlier node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$('Form Trigger').item.json.email }}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2770632"/>
            <a:ext cx="438912" cy="43891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317" y="2884749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2752344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$now }}</a:t>
            </a: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$today.minus({days: 1}) }}</a:t>
            </a: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(Luxon)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483864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317" y="3597981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465576"/>
            <a:ext cx="3886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methods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$json.Email.trim().toLowerCase() }}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5257800" y="1325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form input in Edit Fields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257800" y="1645920"/>
            <a:ext cx="3429000" cy="1668780"/>
          </a:xfrm>
          <a:prstGeom prst="roundRect">
            <a:avLst>
              <a:gd name="adj" fmla="val 32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394960" y="1783080"/>
            <a:ext cx="315468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field = expression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$json.Email.trim().toLowerCase() }}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$json.Name.trim() }}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big_deal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$json.Budget == 'Above 5 lakh' }}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received_on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 $now.toFormat('yyyy-MM-dd') }}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Logic Nodes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them they cover almost every business rule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paths: true and false. Example: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 &gt; 5000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needs approval.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64608" y="1527048"/>
            <a:ext cx="457200" cy="45720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6459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paths, one per rule or value. Example: budget band → hot, warm or cold.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8368" y="3264408"/>
            <a:ext cx="457200" cy="45720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8328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items that fail a condition. Example: keep only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Open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64608" y="326440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383280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6460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two branches into one — by position, or by matching a field like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Efficiently in n8n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habits that save hours of debugging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once, encrypted, reused by every node. Never paste passwords into node fields.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3258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64608" y="152704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6459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0" y="1527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207568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is saved with every node's input and output — your first stop when something fails.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8368" y="3264408"/>
            <a:ext cx="457200" cy="45720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8328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data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a node's output so you can rebuild later nodes without submitting the form again.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64608" y="3264408"/>
            <a:ext cx="457200" cy="45720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383280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3264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step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864608" y="3813048"/>
            <a:ext cx="3621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just one node on its current input to test a change quickly.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Basics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failure from the first workflow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44168"/>
            <a:ext cx="438912" cy="43891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1458285"/>
            <a:ext cx="210678" cy="21067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1325880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 Fail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</a:t>
            </a: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retry up to 3 times with a wait. Good for brief network or API hiccups.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57400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2171517"/>
            <a:ext cx="210678" cy="21067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039112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Error → Continue (using error output)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items go down a separate output instead of stopping the whole run.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7200" y="2770632"/>
            <a:ext cx="438912" cy="43891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317" y="2884749"/>
            <a:ext cx="210678" cy="21067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752344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workflow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</a:t>
            </a: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Error workflow</a:t>
            </a: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separate workflow that alerts you on any failure (built in Module 5).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57200" y="3483864"/>
            <a:ext cx="438912" cy="43891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317" y="3597981"/>
            <a:ext cx="210678" cy="21067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51560" y="3465576"/>
            <a:ext cx="7635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failed execution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node shows the exact error message and the input that caused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8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MySQL in Its Own Container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keeps running in its container; MySQL gets a second one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44168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344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32588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MySQL with the commands on the right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200253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002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98424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m2_schema.sql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tables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leads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expenses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sample rows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660904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64261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n8n: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→ MySQL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Host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port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3306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7200" y="331927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330098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bizdb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user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password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n8npass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57200" y="3977640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395935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Inside the n8n container, it means n8n itself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61772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1645920"/>
            <a:ext cx="4069080" cy="2226564"/>
          </a:xfrm>
          <a:prstGeom prst="roundRect">
            <a:avLst>
              <a:gd name="adj" fmla="val 246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54880" y="1783080"/>
            <a:ext cx="3794760" cy="195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MySQL (first time only)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create mysql_data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mysql -p 3306:3306 `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MYSQL_ROOT_PASSWORD=root123 `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MYSQL_DATABASE=bizdb `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MYSQL_USER=n8n -e MYSQL_PASSWORD=n8npass `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mysql_data:/var/lib/mysql mysql:8.4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Wait ~20 s on first start, then load tables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Get-Content m2_schema.sql |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docker exec -i mysql mysql -un8n -pn8npass bizdb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later session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start n8n mysql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55548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Trigger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form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63140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46604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409444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Fields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+ segment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717036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000500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863340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lead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170932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454396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0448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317236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/ warm / cold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624828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6908292" y="1371600"/>
            <a:ext cx="1143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344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771132" y="1984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×3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emails</a:t>
            </a:r>
            <a:endParaRPr lang="en-US" sz="1050" dirty="0"/>
          </a:p>
        </p:txBody>
      </p:sp>
      <p:sp>
        <p:nvSpPr>
          <p:cNvPr id="26" name="Text 19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arrive through a web form. The workflow cleans the data, labels each lead </a:t>
            </a: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warm or cold</a:t>
            </a: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budget, saves it in MySQL and sends a welcome email that suits the segment.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a field with an expression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automatic mapping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node with named outputs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earlier node with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$('Edit Fields')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536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Fields: Name, Email, Company, Budget (dropdown: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Under 1 lakh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1-5 lakh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Above 5 lakh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Source (dropdown: Website, Referral, Event).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Fields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email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$json.Email.trim().toLowerCase() }}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plus name, company, budget, source.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segment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$json.Budget == 'Above 5 lakh' ? 'hot' : $json.Budget == '1-5 lakh' ? 'warm' : 'cold' }}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</a:t>
                      </a: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table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leads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Automatically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(field names = column names).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</a:t>
                      </a: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on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Fields').item.json.segment }}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hot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warm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cold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Rename the outputs Hot / Warm / Cold.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×3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Fields').item.json.email }}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Hot: 'Our sales head will call you today.' Warm: brochure link. Cold: newsletter welcome.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MySQL node,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$json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holds the database result, not the lead — so later nodes read the lead from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$('Edit Fields')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workflow; submit 3 leads, one per budget band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4650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lead leaves by the right Switch output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350008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MySQL (right): 3 new rows with segments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9535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three different welcome emails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MySQL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1417320"/>
            <a:ext cx="4069080" cy="1893443"/>
          </a:xfrm>
          <a:prstGeom prst="roundRect">
            <a:avLst>
              <a:gd name="adj" fmla="val 289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1554480"/>
            <a:ext cx="3794760" cy="1619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-it mysql mysql -un8n -pn8npass bizdb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budget, segment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leads ORDER BY id DESC LIMIT 3;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name        | budget       | segment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Kiran Joshi | Under 1 lakh | cold   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Neha Rao    | 1-5 lakh     | warm   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Vikram Shah | Above 5 lakh | hot    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+-------------+--------------+---------+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lead is stored once with the right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each person got the email meant for their band.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094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Trigger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claim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524435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807899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0913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70739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Fields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expense_id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692255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975719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733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38559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Pending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86007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143538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552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006378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&gt; 5000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02789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5311358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371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174198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195713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6479177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191" y="149047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42017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7363533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31" name="Shape 23"/>
          <p:cNvSpPr/>
          <p:nvPr/>
        </p:nvSpPr>
        <p:spPr>
          <a:xfrm>
            <a:off x="7646997" y="1371600"/>
            <a:ext cx="85692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10" y="1490472"/>
            <a:ext cx="310896" cy="31089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09837" y="1984248"/>
            <a:ext cx="1131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employee</a:t>
            </a:r>
            <a:endParaRPr lang="en-US" sz="105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35" name="Text 26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submit expense claims. Small claims are approved automatically; claims above Rs 5,000 wait until the manager clicks </a:t>
            </a: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 email. MySQL keeps the status and the employee hears the result.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with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branches that rejoin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matched on a key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fields: Pending → Approved / Rejected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5730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Fields: Employee name, Email, Amount (number), Category (Travel, Meals, Supplies), Description.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expense_id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EXP-{{ $now.toFormat('yyMMdd') }}-{{ $execution.id }}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Pending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plus the form fields in lowercase.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MySQL: Insert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expenses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map automatically.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$('Edit Fields').item.json.amount }}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greater than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(Number).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(true)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</a:t>
                      </a: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and Wait for Response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response type </a:t>
                      </a: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to the manager. Message shows employee, amount and description.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MySQL: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expenses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match on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expense_id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$json.data.approved ? 'Approved' : 'Rejected' }}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The false branch updates to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Approved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directly.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 the employee the result; read their email from </a:t>
                      </a:r>
                      <a:r>
                        <a:rPr lang="en-US" sz="105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$('Edit Fields')</a:t>
                      </a: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Rs 1,200 claim: approved at once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69164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Rs 12,000 claim: the run pauses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677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24028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clicks </a:t>
            </a: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email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7889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resumes; the employee gets the result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6499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3756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expenses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table (right)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table after both claims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1417320"/>
            <a:ext cx="4069080" cy="1668780"/>
          </a:xfrm>
          <a:prstGeom prst="roundRect">
            <a:avLst>
              <a:gd name="adj" fmla="val 32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1554480"/>
            <a:ext cx="3794760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expense_id, amount, status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expenses ORDER BY id DESC LIMIT 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expense_id    | amount | status  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EXP-260929-58 |  12000 | Approved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EXP-260929-57 |   1200 | Approved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+---------------+--------+----------+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waits, the run shows as </a:t>
            </a: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Executions. n8n resumes it when the manager responds, even hours later.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Overview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149047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9:00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719072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002536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2868" y="149047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65376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Yesterday's sales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081528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364992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5324" y="149047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227832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→ one list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443984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727448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7780" y="14904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590288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doc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806440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6089904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0236" y="149047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952744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text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7168896" y="1645920"/>
            <a:ext cx="256032" cy="0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7452360" y="137160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AE3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2692" y="149047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15200" y="1984248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link</a:t>
            </a:r>
            <a:endParaRPr lang="en-US" sz="105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1868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at 9, read yesterday's sales from MySQL, summarise them by region, write the summary into a new Google Doc and email the link to the sales manager.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7548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LEARN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1868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Trigger and time zones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with </a:t>
            </a: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SQL query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Aggregating many items into one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Docs: create, then insert text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Build it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387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day at 9:00 (uses the container's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GENERIC_TIMEZONE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 a SQL query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region, COUNT(*) AS orders, SUM(amount) AS revenue FROM sales WHERE sale_date = CURDATE() - INTERVAL 1 DAY GROUP BY 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Item Data (Into a Single List)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output field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rows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Docs: Create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the node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Title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Sales report {{ $today.minus({days: 1}).toFormat('dd MMM yyyy') }}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choose a Drive folder.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Docs: Update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ID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{{ $json.id }}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action </a:t>
                      </a: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text: the report text (expression on the next slide).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the manager: </a:t>
                      </a:r>
                      <a:r>
                        <a:rPr lang="en-US" sz="11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https://docs.google.com/document/d/{{ $('Create').item.json.id }}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</a:t>
            </a: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workflow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test now — there is no need to wait until 9 am.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8404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7432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r>
              <a:rPr lang="en-US" sz="2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Run &amp; verify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14300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workflow manually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73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4650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document in Google Drive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350008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manager's inbox for the link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95351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it: tomorrow it runs by itself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0972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(Insert text expression)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1417320"/>
            <a:ext cx="4069080" cy="2040636"/>
          </a:xfrm>
          <a:prstGeom prst="roundRect">
            <a:avLst>
              <a:gd name="adj" fmla="val 26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1554480"/>
            <a:ext cx="3794760" cy="17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 report for {{ $today.minus({days: 1})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.toFormat('dd MMM yyyy')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$('Aggregate').item.json.rows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.map(r =&gt; r.region + ': ' + r.orders 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 orders, Rs ' + r.revenue)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.join('\n') }}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 in the document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 : 42 orders, Rs 318500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North: 35 orders, Rs 244000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South: 28 orders, Rs 196750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242816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51560" y="4114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Google Doc with one line per region, and an email with its link — every day, with no one touching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errors students hit most often, and how to fix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42646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ECONNREFUSED 127.0.0.1:3306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1907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host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n8n and MySQL are separate containers.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4264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6636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denied for user 'n8n'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66360" y="171907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and password must match the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values. Changed them later? Recreate the container and volume.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414016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603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60120" y="2505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is already allocated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2852928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MySQL is using 3306. Publish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3307:3306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use port 3307 in the credential.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663440" y="2414016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56032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166360" y="250545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the schema fails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5166360" y="2852928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start MySQL needs ~20 seconds to initialise. Wait, then run it again.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54787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694176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0120" y="36393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buttons don't open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960120" y="398678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links point to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localhost:5678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open them on the machine running n8n.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663440" y="354787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369417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166360" y="36393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shows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5166360" y="3986784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are case-sensitive (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≠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Drag the field in from the input panel.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Extend what you built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lead-source report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Monday, email a count of last week's leads by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SQL with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source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Aggregate → Gmail.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pending claims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evening, email managers the claims still </a:t>
            </a:r>
            <a:r>
              <a:rPr lang="en-US" sz="12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2 days.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r>
              <a:rPr lang="en-US" sz="110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status = 'Pending' AND created_at &lt; NOW() - INTERVAL 2 DAY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258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5544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1554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1965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hot leads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append every hot lead to a Google Sheet that the sales team can see.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</a:t>
            </a: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connection from the Hot output of the Switch.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Low-Code · Module 2  |  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801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&amp; Qualification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→ clean → MySQL → Switch → 3 emails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48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Approval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→ Gmail approval → MySQL update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6324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17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Report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→ SQL → Google Doc → Gmail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280160"/>
            <a:ext cx="3931920" cy="2148840"/>
          </a:xfrm>
          <a:prstGeom prst="roundRect">
            <a:avLst>
              <a:gd name="adj" fmla="val 42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8348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1737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map directly to IF and Switch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any earlier step with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$('Node').item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Wait keeps a human in the loop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containers talk via </a:t>
            </a:r>
            <a:r>
              <a:rPr lang="en-US" sz="1250" b="1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host.docker.internal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361188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83480" y="3721608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Connecting workflows to external APIs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2702</Words>
  <Application>Microsoft Office PowerPoint</Application>
  <PresentationFormat>On-screen Show (16:9)</PresentationFormat>
  <Paragraphs>396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Business Workflow Automation with n8n</dc:title>
  <dc:subject>PptxGenJS Presentation</dc:subject>
  <dc:creator>Atul Kahate</dc:creator>
  <cp:lastModifiedBy>Atul Kahate</cp:lastModifiedBy>
  <cp:revision>1</cp:revision>
  <dcterms:created xsi:type="dcterms:W3CDTF">2026-09-29T10:54:05Z</dcterms:created>
  <dcterms:modified xsi:type="dcterms:W3CDTF">2026-10-17T09:38:58Z</dcterms:modified>
</cp:coreProperties>
</file>