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62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178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 used Google Sheets as the database. Today we move to MySQL, running in its own Docker container, and build three classic business automations: lead handling, approvals and reporting.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name one repetitive task from their own job. Most will fit one of these three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expression editor: the right-hand preview evaluates the expression on the current item as you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PowerShell has no &lt; redirection, hence Get-Content piped into docker exec -i. host.docker.internal is Docker Desktop's name for the host machine, where port 3306 is published.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0972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Workflow Automation with n8n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146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data, apply business rules and store the results in MySQL — automatically.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Atul Kahate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89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in Generative AI and Automation  ·  No-Code Low-Code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806440" y="745236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841" y="892637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7960" y="72694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 or expense arrives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089904" y="134874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5806440" y="1705356"/>
            <a:ext cx="566928" cy="566928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3841" y="1852757"/>
            <a:ext cx="272125" cy="2721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537960" y="168706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route, approve, report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089904" y="230886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17" name="Shape 12"/>
          <p:cNvSpPr/>
          <p:nvPr/>
        </p:nvSpPr>
        <p:spPr>
          <a:xfrm>
            <a:off x="5806440" y="2665476"/>
            <a:ext cx="566928" cy="566928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841" y="2812877"/>
            <a:ext cx="272125" cy="2721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537960" y="26471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every record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089904" y="3268980"/>
            <a:ext cx="0" cy="320040"/>
          </a:xfrm>
          <a:prstGeom prst="line">
            <a:avLst/>
          </a:prstGeom>
          <a:noFill/>
          <a:ln w="19050">
            <a:solidFill>
              <a:srgbClr val="D5DAE3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5806440" y="3625596"/>
            <a:ext cx="566928" cy="566928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3841" y="3772997"/>
            <a:ext cx="272125" cy="27212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6537960" y="360730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+ Docs</a:t>
            </a:r>
            <a:endParaRPr lang="en-US" sz="1400" dirty="0"/>
          </a:p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and daily reports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2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Goals &amp; Agenda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hands-on workflows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4904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71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manual business process into a workflow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2267712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148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items with IF and Switch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92608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304495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write MySQL from n8n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703320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822192"/>
            <a:ext cx="219456" cy="21945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a workflow for a human approval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0" y="128016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Text 12"/>
          <p:cNvSpPr txBox="1"/>
          <p:nvPr/>
        </p:nvSpPr>
        <p:spPr>
          <a:xfrm>
            <a:off x="4800600" y="1417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4992624" y="1847088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5440680" y="17373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&amp; objectives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4992624" y="224942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5440680" y="2139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4992624" y="2651760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5440680" y="254203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MySQL container + credential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800600" y="2980944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4800600" y="298094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44068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&amp; Qualification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4800600" y="3383280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4800600" y="3383280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440680" y="334670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4800600" y="3785616"/>
            <a:ext cx="502920" cy="246888"/>
          </a:xfrm>
          <a:prstGeom prst="roundRect">
            <a:avLst>
              <a:gd name="adj" fmla="val 18519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800600" y="378561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44068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Report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4992624" y="4261104"/>
            <a:ext cx="100584" cy="100584"/>
          </a:xfrm>
          <a:prstGeom prst="ellipse">
            <a:avLst/>
          </a:prstGeom>
          <a:solidFill>
            <a:srgbClr val="8A93A3"/>
          </a:solidFill>
          <a:ln w="12700">
            <a:solidFill>
              <a:srgbClr val="8A93A3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5440680" y="41513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Troubleshooting, challenge, Q&amp;A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3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Worth Automating?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work that is frequent, rule-based and already digital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1554480"/>
            <a:ext cx="502920" cy="50292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59" y="1685239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leads from forms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route them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first email instantly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29184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520440" y="1554480"/>
            <a:ext cx="502920" cy="50292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1685239"/>
            <a:ext cx="241402" cy="24140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16052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352044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claims and approvals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reminders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alerts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26480" y="1325880"/>
            <a:ext cx="2560320" cy="2240280"/>
          </a:xfrm>
          <a:prstGeom prst="roundRect">
            <a:avLst>
              <a:gd name="adj" fmla="val 40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839" y="1685239"/>
            <a:ext cx="241402" cy="24140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95160" y="1554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6355080" y="219456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and weekly reports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and SLA alerts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checklists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370332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when: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happens often · the rules are clear · the data is already digital.</a:t>
            </a:r>
            <a:endParaRPr lang="en-US" sz="12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human in the loop when: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money, legal risk or customer-facing judgement is involved — WF2 shows how.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4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Expressions: Reading Data Anywhere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inside {{ }} is a small piece of JavaScript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44168"/>
            <a:ext cx="438912" cy="43891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7" y="1458285"/>
            <a:ext cx="210678" cy="21067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51560" y="1325880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item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$json.email }}</a:t>
            </a: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field from the node just before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057400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" y="2171517"/>
            <a:ext cx="210678" cy="21067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51560" y="2039112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earlier node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$('Form Trigger').item.json.email }}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2770632"/>
            <a:ext cx="438912" cy="43891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17" y="2884749"/>
            <a:ext cx="210678" cy="21067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051560" y="2752344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and times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$now }}</a:t>
            </a: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$today.minus({days: 1}) }}</a:t>
            </a: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(Luxon)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483864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17" y="3597981"/>
            <a:ext cx="210678" cy="210678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51560" y="3465576"/>
            <a:ext cx="388620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methods</a:t>
            </a:r>
            <a:endParaRPr lang="en-US" sz="1400" dirty="0"/>
          </a:p>
          <a:p>
            <a:pPr marL="0" indent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$json.Email.trim().toLowerCase() }}</a:t>
            </a:r>
            <a:endParaRPr lang="en-US" sz="1400" dirty="0"/>
          </a:p>
        </p:txBody>
      </p:sp>
      <p:sp>
        <p:nvSpPr>
          <p:cNvPr id="18" name="Text 11"/>
          <p:cNvSpPr txBox="1"/>
          <p:nvPr/>
        </p:nvSpPr>
        <p:spPr>
          <a:xfrm>
            <a:off x="5257800" y="132588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form input in Edit Fields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5257800" y="1645920"/>
            <a:ext cx="3429000" cy="1668780"/>
          </a:xfrm>
          <a:prstGeom prst="roundRect">
            <a:avLst>
              <a:gd name="adj" fmla="val 328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5394960" y="1783080"/>
            <a:ext cx="315468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field = expression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$json.Email.trim().toLowerCase()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$json.Name.trim()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big_deal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$json.Budget == 'Above 5 lakh' }}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received_on =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{{ $now.toFormat('yyyy-MM-dd') }}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5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Logic Nodes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them they cover almost every business rule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2704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true and false. Example: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&gt; 5000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needs approval.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64608" y="1527048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459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paths, one per rule or value. Example: budget band → hot, warm or cold.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" y="3264408"/>
            <a:ext cx="457200" cy="45720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832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items that fail a condition. Example: keep only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Open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64608" y="326440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8328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86460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two branches into one — by position, or by matching a field like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6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Efficiently in n8n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habits that save hours of debugging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27048"/>
            <a:ext cx="457200" cy="457200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5920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once, encrypted, reused by every node. Never paste passwords into node fields.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864608" y="152704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64592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486400" y="15270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864608" y="207568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saved with every node's input and output — your first stop when something fails.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5720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58368" y="3264408"/>
            <a:ext cx="457200" cy="457200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383280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8016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data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5836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a node's output so you can rebuild later nodes without submitting the form again.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663440" y="30632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864608" y="3264408"/>
            <a:ext cx="457200" cy="457200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383280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32644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step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864608" y="3813048"/>
            <a:ext cx="36210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just one node on its current input to test a change quickly.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7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Basics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failure from the first workflow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44168"/>
            <a:ext cx="438912" cy="438912"/>
          </a:xfrm>
          <a:prstGeom prst="ellipse">
            <a:avLst/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17" y="1458285"/>
            <a:ext cx="210678" cy="2106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1325880"/>
            <a:ext cx="7635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On Fail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</a:t>
            </a: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retry up to 3 times with a wait. Good for brief network or API hiccups.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57400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317" y="2171517"/>
            <a:ext cx="210678" cy="21067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2039112"/>
            <a:ext cx="7635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Error → Continue (using error output)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items go down a separate output instead of stopping the whole run.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770632"/>
            <a:ext cx="438912" cy="43891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317" y="2884749"/>
            <a:ext cx="210678" cy="210678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752344"/>
            <a:ext cx="7635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workflow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</a:t>
            </a: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Error workflow</a:t>
            </a: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separate workflow that alerts you on any failure (built in Module 5).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3483864"/>
            <a:ext cx="438912" cy="438912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317" y="3597981"/>
            <a:ext cx="210678" cy="21067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3465576"/>
            <a:ext cx="763524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failed execution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red node shows the exact error message and the input that caused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8</a:t>
            </a:r>
            <a:endParaRPr lang="en-US" sz="9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MySQL in Its Own Container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keeps running in its container; MySQL gets a second one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344168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32588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MySQL with the commands on the right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002536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20025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1984248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m2_schema.sql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tables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leads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expenses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sample rows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660904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6609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960120" y="2642616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n8n: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→ MySQL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Host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host.docker.internal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port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3306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457200" y="3319272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3192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960120" y="330098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bizdb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user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password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n8npass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457200" y="3977640"/>
            <a:ext cx="347472" cy="347472"/>
          </a:xfrm>
          <a:prstGeom prst="ellipse">
            <a:avLst/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3977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960120" y="395935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 Inside the n8n container, it means n8n itself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4617720" y="13258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617720" y="1645920"/>
            <a:ext cx="4069080" cy="2226564"/>
          </a:xfrm>
          <a:prstGeom prst="roundRect">
            <a:avLst>
              <a:gd name="adj" fmla="val 2464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54880" y="1783080"/>
            <a:ext cx="3794760" cy="1952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Start MySQL (first time only)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volume create scdl_my_sql_data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mysql -p 3306:3306 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MYSQL_ROOT_PASSWORD=root123 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MYSQL_DATABASE=bizdb 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MYSQL_USER=n8n -e MYSQL_PASSWORD=n8npass `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-v scdl_my_sql_data:/var/lib/mysql mysql:8.4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Wait ~20 s on first start, then load tables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Get-Content m2_schema.sql |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docker exec -i mysql mysql -un8n -pn8npass bizdb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Every later session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start n8n mysql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&amp; Qualification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2708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955548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631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46604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2656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9444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segment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71703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4000500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863340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lead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17093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454396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17236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/ warm / cold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66248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908292" y="1371600"/>
            <a:ext cx="11430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24344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771132" y="1984248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×3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emails</a:t>
            </a:r>
            <a:endParaRPr lang="en-US" sz="1050" dirty="0"/>
          </a:p>
        </p:txBody>
      </p:sp>
      <p:sp>
        <p:nvSpPr>
          <p:cNvPr id="26" name="Text 19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arrive through a web form. The workflow cleans the data, labels each lead </a:t>
            </a: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hot, warm or cold</a:t>
            </a: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by budget, saves it in MySQL and sends a welcome email that suits the segment.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Computing a field with an expression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automatic mapping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node with named outputs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an earlier node with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$('Edit Fields')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10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&amp; Qualification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4536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Fields: Name, Email, Company, Budget (dropdown: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Under 1 lakh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1-5 lakh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Above 5 lakh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), Source (dropdown: Website, Referral, Event).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Fields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email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$json.Email.trim().toLowerCase()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plus name, company, budget, source.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segment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$json.Budget == 'Above 5 lakh' ? 'hot' : $json.Budget == '1-5 lakh' ? 'warm' : 'cold' 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table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leads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Automatically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(field names = column names).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on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$('Edit Fields').item.json.segment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hot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warm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cold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Rename the outputs Hot / Warm / Cold.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×3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$('Edit Fields').item.json.email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Hot: 'Our sales head will call you today.' Warm: brochure link. Cold: newsletter welcome.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MySQL node,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$json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the database result, not the lead — so later nodes read the lead from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$('Edit Fields')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&amp; Qualification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workflow; submit 3 leads, one per budget band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4650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each lead leaves by the right Switch output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3500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MySQL (right): 3 new rows with segments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9535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three different welcome emails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MySQL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4069080" cy="1893443"/>
          </a:xfrm>
          <a:prstGeom prst="roundRect">
            <a:avLst>
              <a:gd name="adj" fmla="val 289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554480"/>
            <a:ext cx="3794760" cy="1619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exec -it mysql mysql -un8n -pn8npass bizdb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name, budget, segment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leads ORDER BY id DESC LIMIT 3;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+-------------+--------------+---------+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name        | budget       | segment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+-------------+--------------+---------+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Kiran Joshi | Under 1 lakh | cold   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Neha Rao    | 1-5 lakh     | warm   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Vikram Shah | Above 5 lakh | hot     |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+-------------+--------------+---------+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lead is stored once with the right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segment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each person got the email meant for their band.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94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Trigger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claim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524435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1807899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0913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70739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Fields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expense_id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2692255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2975719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733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838559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Pending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86007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143538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16552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006378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&gt; 5000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02789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5311358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4371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174198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and wait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6195713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6479177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2191" y="149047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6342017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363533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31" name="Shape 23"/>
          <p:cNvSpPr/>
          <p:nvPr/>
        </p:nvSpPr>
        <p:spPr>
          <a:xfrm>
            <a:off x="7646997" y="1371600"/>
            <a:ext cx="856923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10" y="1490472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7509837" y="1984248"/>
            <a:ext cx="113124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employee</a:t>
            </a:r>
            <a:endParaRPr lang="en-US" sz="1050" dirty="0"/>
          </a:p>
        </p:txBody>
      </p:sp>
      <p:sp>
        <p:nvSpPr>
          <p:cNvPr id="34" name="Text 25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35" name="Text 26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submit expense claims. Small claims are approved automatically; claims above Rs 5,000 wait until the manager clicks </a:t>
            </a: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 </a:t>
            </a:r>
            <a:r>
              <a:rPr lang="en-US" sz="13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</a:t>
            </a: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an email. MySQL keeps the status and the employee hears the result.</a:t>
            </a:r>
            <a:endParaRPr lang="en-US" sz="1300" dirty="0"/>
          </a:p>
        </p:txBody>
      </p:sp>
      <p:sp>
        <p:nvSpPr>
          <p:cNvPr id="36" name="Text 27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with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and Wait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branches that rejoin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matched on a key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fields: Pending → Approved / Rejected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5730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Trigger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Fields: Employee name, Email, Amount (number), Category (Travel, Meals, Supplies), Description.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expense_id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EXP-{{ $now.toFormat('yyMMdd') }}-{{ $execution.id }}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Pending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plus the form fields in lowercase.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MySQL: Insert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expenses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map automatically.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$('Edit Fields').item.json.amount }}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greater than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5000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(Number).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(true)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 </a:t>
                      </a: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 and Wait for Response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response type </a:t>
                      </a: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to the manager. Message shows employee, amount and description.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MySQL: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expenses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match on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expense_id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;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status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$json.data.approved ? 'Approved' : 'Rejected' }}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The false branch updates to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Approved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directly.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Tell the employee the result; read their email from </a:t>
                      </a:r>
                      <a:r>
                        <a:rPr lang="en-US" sz="105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$('Edit Fields')</a:t>
                      </a:r>
                      <a:r>
                        <a:rPr lang="en-US" sz="105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Rs 1,200 claim: approved at once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1907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19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69164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Rs 12,000 claim: the run pauses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6771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clicks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email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1635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78892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 resumes; the employee gets the result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36499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337560"/>
            <a:ext cx="3429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expenses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 (right)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expenses table after both claims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1417320"/>
            <a:ext cx="4069080" cy="1668780"/>
          </a:xfrm>
          <a:prstGeom prst="roundRect">
            <a:avLst>
              <a:gd name="adj" fmla="val 3288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1554480"/>
            <a:ext cx="3794760" cy="139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expense_id, amount, status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FROM expenses ORDER BY id DESC LIMIT 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+---------------+--------+----------+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expense_id    | amount | status  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+---------------+--------+----------+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EXP-260929-58 |  12000 | Approved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EXP-260929-57 |   1200 | Approved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+---------------+--------+----------+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waits, the run shows as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under Executions. n8n resumes it when the manager responds, even hours later.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Report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Overview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554480"/>
          </a:xfrm>
          <a:prstGeom prst="roundRect">
            <a:avLst>
              <a:gd name="adj" fmla="val 588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14904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9:00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719072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002536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2868" y="149047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865376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Yesterday's sales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081528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3364992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5324" y="14904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227832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→ one list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443984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727448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80" y="149047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4590288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doc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5806440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3" name="Shape 17"/>
          <p:cNvSpPr/>
          <p:nvPr/>
        </p:nvSpPr>
        <p:spPr>
          <a:xfrm>
            <a:off x="6089904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0236" y="149047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952744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text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168896" y="1645920"/>
            <a:ext cx="256032" cy="0"/>
          </a:xfrm>
          <a:prstGeom prst="line">
            <a:avLst/>
          </a:prstGeom>
          <a:noFill/>
          <a:ln w="15875">
            <a:solidFill>
              <a:srgbClr val="5B6475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7452360" y="137160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2692" y="1490472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15200" y="1984248"/>
            <a:ext cx="1325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05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link</a:t>
            </a:r>
            <a:endParaRPr lang="en-US" sz="1050" dirty="0"/>
          </a:p>
        </p:txBody>
      </p:sp>
      <p:sp>
        <p:nvSpPr>
          <p:cNvPr id="30" name="Text 22"/>
          <p:cNvSpPr txBox="1"/>
          <p:nvPr/>
        </p:nvSpPr>
        <p:spPr>
          <a:xfrm>
            <a:off x="45720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457200" y="321868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morning at 9, read yesterday's sales from MySQL, summarise them by region, write the summary into a new Google Doc and email the link to the sales manager.</a:t>
            </a:r>
            <a:endParaRPr 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4754880" y="29718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LEARN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4754880" y="3218688"/>
            <a:ext cx="3931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Trigger and time zones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with </a:t>
            </a: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a SQL query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Aggregating many items into one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Docs: create, then insert text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Report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Build it</a:t>
            </a:r>
            <a:endParaRPr lang="en-US" sz="2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38760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settings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Trigger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day at 9:00 (uses the container's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GENERIC_TIMEZONE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MySQL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a SQL query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: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region, COUNT(*) AS orders, SUM(amount) AS revenue FROM sales WHERE sale_date = CURDATE() - INTERVAL 1 DAY GROUP BY region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Item Data (Into a Single List)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output field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rows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Docs: Create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Rename the node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Create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 Title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Sales report {{ $today.minus({days: 1}).toFormat('dd MMM yyyy')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choose a Drive folder.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Docs: Update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ID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{{ $json.id }}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action </a:t>
                      </a: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</a:t>
                      </a: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text: the report text (expression on the next slide).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the manager: </a:t>
                      </a:r>
                      <a:r>
                        <a:rPr lang="en-US" sz="1100" b="1" dirty="0">
                          <a:solidFill>
                            <a:srgbClr val="EA4B7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https://docs.google.com/document/d/{{ $('Create').item.json.id }}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  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workflow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test now — there is no need to wait until 9 am.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384048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3840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274320"/>
            <a:ext cx="7543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Report</a:t>
            </a:r>
            <a:r>
              <a:rPr lang="en-US" sz="24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Run &amp; verify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143000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workflow manually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73936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46504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new document in Google Drive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350008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manager's inbox for the link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310896" cy="310896"/>
          </a:xfrm>
          <a:prstGeom prst="ellipse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9809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953512"/>
            <a:ext cx="3429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it: tomorrow it runs by itself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109728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text (Insert text expression)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17720" y="1417320"/>
            <a:ext cx="4069080" cy="2040636"/>
          </a:xfrm>
          <a:prstGeom prst="roundRect">
            <a:avLst>
              <a:gd name="adj" fmla="val 2689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54880" y="1554480"/>
            <a:ext cx="3794760" cy="1766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 report for {{ $today.minus({days: 1})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.toFormat('dd MMM yyyy')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{{ $('Aggregate').item.json.rows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.map(r =&gt; r.region + ': ' + r.orders +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 orders, Rs ' + r.revenue)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.join('\n') }}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9FB0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Result in the document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West : 42 orders, Rs 318500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North: 35 orders, Rs 244000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South: 28 orders, Rs 196750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00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4242816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51560" y="41148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dated Google Doc with one line per region, and an email with its link — every day, with no one touching it.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18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errors students hit most often, and how to fix them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426464"/>
            <a:ext cx="237744" cy="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6012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ECONNREFUSED 127.0.0.1:3306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17190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host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host.docker.internal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n8n and MySQL are separate containers.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426464"/>
            <a:ext cx="237744" cy="23774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166360" y="137160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 denied for user 'n8n'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166360" y="171907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password must match the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values. Changed them later? Recreate the container and volume.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241401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56032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96012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is already allocated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60120" y="285292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MySQL is using 3306. Publish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 3307:3306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use port 3307 in the credential.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2414016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256032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66360" y="250545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the schema fails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166360" y="2852928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start MySQL needs ~20 seconds to initialise. Wait, then run it again.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57200" y="354787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69417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012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buttons don't open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960120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links point to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localhost:5678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so open them on the machine running n8n.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4663440" y="3547872"/>
            <a:ext cx="4023360" cy="1005840"/>
          </a:xfrm>
          <a:prstGeom prst="roundRect">
            <a:avLst>
              <a:gd name="adj" fmla="val 54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3694176"/>
            <a:ext cx="237744" cy="23774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5166360" y="363931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shows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undefined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5166360" y="398678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are case-sensitive (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≠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Drag the field in from the input panel.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19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Extend what you built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A7F8E"/>
          </a:solidFill>
          <a:ln w="12700">
            <a:solidFill>
              <a:srgbClr val="1A7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lead-source report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Monday, email a count of last week's leads by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SQL with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source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then Aggregate → Gmail.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2044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Chase pending claims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evening, email managers the claims still </a:t>
            </a:r>
            <a:r>
              <a:rPr lang="en-US" sz="12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Pending</a:t>
            </a: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2 days.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r>
              <a:rPr lang="en-US" sz="110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status = 'Pending' AND created_at &lt; NOW() - INTERVAL 2 DAY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25880"/>
            <a:ext cx="2560320" cy="3291840"/>
          </a:xfrm>
          <a:prstGeom prst="roundRect">
            <a:avLst>
              <a:gd name="adj" fmla="val 357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155448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55080" y="15544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355080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hot leads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26060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append every hot lead to a Google Sheet that the sales team can see.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</a:t>
            </a:r>
            <a:r>
              <a:rPr lang="en-US" sz="11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second connection from the Hot output of the Switch.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8A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Low-Code · Module 2  |  20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Summary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built today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32588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2801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Capture &amp; Qualification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→ clean → MySQL → Switch → 3 emails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9456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48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Approval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→ Gmail approval → MySQL update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66928" cy="310896"/>
          </a:xfrm>
          <a:prstGeom prst="roundRect">
            <a:avLst>
              <a:gd name="adj" fmla="val 14706"/>
            </a:avLst>
          </a:prstGeom>
          <a:solidFill>
            <a:srgbClr val="EA4B71"/>
          </a:solidFill>
          <a:ln w="12700">
            <a:solidFill>
              <a:srgbClr val="EA4B7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3063240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Sales Report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→ SQL → Google Doc → Gmail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280160"/>
            <a:ext cx="3931920" cy="2148840"/>
          </a:xfrm>
          <a:prstGeom prst="roundRect">
            <a:avLst>
              <a:gd name="adj" fmla="val 42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83480" y="14173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A7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983480" y="1737360"/>
            <a:ext cx="3520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map directly to IF and Switch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any earlier step with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$('Node').item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and Wait keeps a human in the loop</a:t>
            </a:r>
            <a:endParaRPr lang="en-US" sz="12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containers talk via </a:t>
            </a:r>
            <a:r>
              <a:rPr lang="en-US" sz="1250" b="1" dirty="0">
                <a:solidFill>
                  <a:srgbClr val="EA4B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host.docker.internal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754880" y="3611880"/>
            <a:ext cx="3931920" cy="1005840"/>
          </a:xfrm>
          <a:prstGeom prst="roundRect">
            <a:avLst>
              <a:gd name="adj" fmla="val 9091"/>
            </a:avLst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983480" y="3721608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EA4B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Connecting workflows to external APIs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2702</Words>
  <Application>Microsoft Office PowerPoint</Application>
  <PresentationFormat>On-screen Show (16:9)</PresentationFormat>
  <Paragraphs>396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2: Business Workflow Automation with n8n</dc:title>
  <dc:subject>PptxGenJS Presentation</dc:subject>
  <dc:creator>Atul Kahate</dc:creator>
  <cp:lastModifiedBy>Atul Kahate</cp:lastModifiedBy>
  <cp:revision>1</cp:revision>
  <dcterms:created xsi:type="dcterms:W3CDTF">2026-09-29T10:54:05Z</dcterms:created>
  <dcterms:modified xsi:type="dcterms:W3CDTF">2026-10-17T09:38:58Z</dcterms:modified>
</cp:coreProperties>
</file>