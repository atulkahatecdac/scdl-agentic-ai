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handle structured data; an LLM handles unstructured text like emails and documents. Today the LLM becomes one node inside the workflows we already know how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three workflows cover all four: WF1 classifies, WF2 extracts, WF3 summarises and generates.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as of 2026 — check the OpenAI pricing page before class. The whole course costs well under the US$5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Business Automation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GPT-4o mini to workflows to classify, extract, summarise and write business content.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in Generative AI and Automation  ·  No-Code Low-Code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745236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3841" y="89263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7960" y="7269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PDFs, meeting notes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89904" y="134874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806440" y="1705356"/>
            <a:ext cx="566928" cy="56692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841" y="1852757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37960" y="16870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text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9904" y="230886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806440" y="2665476"/>
            <a:ext cx="566928" cy="5669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41" y="2812877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26471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the AI's answer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9904" y="326898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5806440" y="3625596"/>
            <a:ext cx="566928" cy="56692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841" y="3772997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37960" y="36073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MySQL, Docs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records, documents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Goals &amp; Agenda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hands-on workflows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AI task: classify, extract, summarise, generate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2677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prompts that return reliable, structured output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0449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n8n's AI nodes with GPT-4o mini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82219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cost, errors and data privacy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0" y="128016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80060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992624" y="1847088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440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objectives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992624" y="224942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440680" y="21396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992624" y="2651760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40680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OpenAI credential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800600" y="298094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00600" y="298094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44068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800600" y="3383280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00600" y="33832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440680" y="3346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 Extraction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800600" y="378561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800600" y="378561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44068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→ Minutes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4992624" y="426110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440680" y="4151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Troubleshooting, challenge,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LLMs Do Well in Workflows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single node inside an otherwise normal workflow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01" y="15380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label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801368" y="1691640"/>
            <a:ext cx="1335024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57200" y="2834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692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email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00400" y="1371600"/>
            <a:ext cx="640080" cy="6400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821" y="153802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6032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560320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out fields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904488" y="1691640"/>
            <a:ext cx="1335024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2560320" y="2834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67004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PDF text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vendor, date, total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303520" y="1371600"/>
            <a:ext cx="640080" cy="64008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941" y="15380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6344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663440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shorter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007608" y="1691640"/>
            <a:ext cx="1335024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4663440" y="2834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77316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pages of notes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bullet points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406640" y="1371600"/>
            <a:ext cx="640080" cy="6400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061" y="153802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76656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766560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new text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766560" y="2834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7628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+ policy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for Automation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prompts can be loose; workflow prompts must be exact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438912" cy="438912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17" y="1458285"/>
            <a:ext cx="210678" cy="21067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25880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model is: a support triage assistant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02536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17" y="2116653"/>
            <a:ext cx="210678" cy="2106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984248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allowed answers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to do and the only valid outputs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660904"/>
            <a:ext cx="438912" cy="43891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7" y="2775021"/>
            <a:ext cx="210678" cy="21067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642616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only, with fixed field names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319272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7" y="3433389"/>
            <a:ext cx="210678" cy="21067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3300984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sample inputs with the right outputs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3977640"/>
            <a:ext cx="438912" cy="43891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17" y="4091757"/>
            <a:ext cx="210678" cy="21067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51560" y="39593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answer: best for decisions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257800" y="1645920"/>
            <a:ext cx="3429000" cy="1893443"/>
          </a:xfrm>
          <a:prstGeom prst="roundRect">
            <a:avLst>
              <a:gd name="adj" fmla="val 289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394960" y="1783080"/>
            <a:ext cx="3154680" cy="161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support triage assistant.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the email into exactly one of: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Sales, Support, Billing, Spam.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JSON only: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{"category": "...", "reason": "..."}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$json.Subject 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$json.snippet }}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nodes (IF, Switch, MySQL) need fixed field names, not sentences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94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"Sure! This looks like a billing question about…"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route: the wording changes every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6052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in prompt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194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{"category": "Billing"}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read with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$json.category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the model can still break the format.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3258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39" y="16852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9516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Schema-enforced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194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Extractor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the fields and types.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validates, so bad output fails loudly.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a later node reads the AI's answer, ask for JSON — and prefer a schema-enforced node.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 uses the Information Extractor; WF1's Text Classifier returns a fixed set of outputs for the same reason.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AI Nodes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can use GPT-4o mini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2336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(Message a model)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prompt → text or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LLM 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+ chat model sub-node + optional output parser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Setup, WF3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output per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WF1 triage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Extractor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fields from text, by 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WF2 invoices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/ neutral / negative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model that picks tools itself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this 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Chain-style nodes need an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Chat Model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sub-node: model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temperature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Reliability &amp; Privacy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to answer before an AI workflow goes live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527048"/>
            <a:ext cx="457200" cy="45720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gpt-4o-mini: about $0.15 per 1M input and $0.60 per 1M output tokens. One email ≈ 1 paisa. Set a monthly limit anyway.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64608" y="1527048"/>
            <a:ext cx="457200" cy="45720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459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86460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be confidently wrong. Validate outputs, keep an 'Other' path, and log what the AI decided.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368" y="326440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5836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you send leaves your network. Don't send passwords, card numbers or personal data you may not share.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864608" y="3264408"/>
            <a:ext cx="457200" cy="45720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8328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8640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486460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can contain instructions ('ignore previous…'). Treat input as data; never let AI output trigger payments unchecked.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OpenAI in n8n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credential, reused by every AI node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API key at platform.openai.com → </a:t>
            </a:r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8745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billing credit (US$5 covers the whole course)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2316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monthly usage limit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9718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n8n: </a:t>
            </a:r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→ OpenAI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paste the key → </a:t>
            </a:r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3872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5204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Gmail: create labels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AI/Sales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AI/Support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AI/Billing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AI/Spam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08736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0690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m4_schema.sql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(adds the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1325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 in n8n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1645920"/>
            <a:ext cx="4069080" cy="1978660"/>
          </a:xfrm>
          <a:prstGeom prst="roundRect">
            <a:avLst>
              <a:gd name="adj" fmla="val 277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1783080"/>
            <a:ext cx="3794760" cy="170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Manual Trigger → Basic LLM 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+ OpenAI Chat Model (gpt-4o-mini)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Classify: "My card was charged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twice this month."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Answer with one word: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Sales, Support or Billing.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"text": "Billing" 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965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708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249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Trigger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email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9008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7355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3639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43984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2744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9028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×4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label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89788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18134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4418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decision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email in the support inbox is read by GPT-4o mini and sorted into </a:t>
            </a:r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Support, Billing or Spam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email gets a matching Gmail label, and the decision is logged to a sheet for review.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Trigger (polling)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Classifier with category descriptions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output per category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AI decisions for audit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 every minute. Filters: label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INBOX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read status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Unread only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Subject: {{ $json.Subject }} Body: {{ $json.snippet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Categories with descriptions, e.g.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'payments, invoices, refunds, charges'. When no clear match: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on extra 'Other' branch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Chat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Sub-node of the classifier: model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gpt-4o-mini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temperature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×4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them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Label Sales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Label Support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Operation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Label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message ID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$('Gmail Trigger').item.json.id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to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 Log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time, from, subject, and category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$prevNode.name.replace('Label ', '')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Then Gmail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as Read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category descriptions matter more than clever prompts — describe in plain words what belongs in each class.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4 test emails (right) to the inbox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6916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Execute; each email takes a different 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labels in Gmail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88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Log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37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Activate: new mail is sorted within a minute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emails → expected label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4069080" cy="1978660"/>
          </a:xfrm>
          <a:prstGeom prst="roundRect">
            <a:avLst>
              <a:gd name="adj" fmla="val 277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54480"/>
            <a:ext cx="3794760" cy="170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 I get a quote for 50 licences?"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AI/Sales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app crashes when I upload a file"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AI/Support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was charged twice for September"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AI/Billing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WON a free iPhone, click here!!!"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AI/Spam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emails, 4 correct labels, 4 log rows — for well under one rupee in API cost.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 Extraction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554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Trigger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6314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4660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944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File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text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1703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000500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63340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Extractor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fields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7093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5439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1723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invoice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62482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90829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7113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accounts team uploads a supplier invoice PDF. GPT-4o mini reads the text and pulls out vendor, invoice number, date, GSTIN and total, which are saved in MySQL — no manual typing.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fields in forms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text from PDFs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Schema-based extraction with types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AI output before saving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 Extraction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field, label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Invoice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accepted type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.pdf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required.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from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From PDF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input binary field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Invoice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(the form field's label).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Extractor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$json.text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Attributes: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vendor_name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invoice_number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invoice_date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(YYYY-MM-DD),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gstin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total_amount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(number),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Chat model: gpt-4o-mini, temperature 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invoices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mapping each column manually, e.g.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$json.output.vendor_name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(ending)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Saved invoice {{ $('Information Extractor').item.json.output.invoice_number 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invoices (photos) have no text layer, so Extract from File returns nothing. Use text-based PDFs in this lab.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 Extraction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form; upload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invoice_1.pdf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6916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Extract from File: plain 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extractor's JSON (right)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88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new row in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37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with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invoice_2.pdf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different layout)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Extractor output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4069080" cy="1746250"/>
          </a:xfrm>
          <a:prstGeom prst="roundRect">
            <a:avLst>
              <a:gd name="adj" fmla="val 314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54480"/>
            <a:ext cx="3794760" cy="147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"output":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"vendor_name": "Sahyadri Office Supplies",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"invoice_number": "SOS/2026/0412",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"invoice_date": "2026-09-18",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"gstin": "27ABCDE1234F1Z5",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"total_amount": 18408,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"currency": "INR"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invoices with different layouts produce the same six fields — that is the value of schema-based extraction.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→ Minutes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554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Trigger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link + emails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6314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4660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944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1703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000500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63340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minutes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7093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5439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1723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insert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62482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90829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7113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draft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meeting, paste the link to the raw notes. GPT-4o mini writes minutes — summary, decisions and action items with owners — into a new Google Doc, and a Gmail draft to the attendees waits for review.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Google Doc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for a fixed output layout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filling a new Doc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not sends: a human reviews AI text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→ Minutes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Fields: Notes doc URL, Meeting title, Attendee emails (comma separated).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Docs: 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ID or URL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$json['Notes doc URL']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→ returns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content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LLM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Prompt: the notes. Chat Messages → System: 'Write concise meeting minutes with three headings: SUMMARY, DECISIONS, ACTION ITEMS (owner, due date). Use only facts in the notes.' Sub-node: OpenAI Chat Model,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gpt-4o-mini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temperature 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Docs: Create + 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Minutes: {{ $('Form Trigger').item.json['Meeting title']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then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the model's reply (drag it in from the input panel).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Create. To the attendees; body = summary + link to the minutes.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</a:t>
            </a:r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sent email: a person checks AI-written text before it reaches anyone.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→ Minutes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sample raw notes into a Google Doc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6916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form with the doc link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new </a:t>
            </a:r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88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Gmail → Drafts; review, then send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37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notes: anything invented?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minutes (excerpt)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4069080" cy="1978660"/>
          </a:xfrm>
          <a:prstGeom prst="roundRect">
            <a:avLst>
              <a:gd name="adj" fmla="val 277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54480"/>
            <a:ext cx="3794760" cy="170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Agreed launch plan for the Pune store.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Launch date moved to 15 Oct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Budget capped at Rs 4 lakh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Priya: confirm vendor quotes (3 Oct)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Sameer: draft launch email (6 Oct)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Anil: book the venue (8 Oct)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in one consistent layout, every action item has an owner and date, and nothing goes out until a person clicks Send.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students hit most often, and how to fix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264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Incorrect API key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7190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key again (it is shown only once) and check for extra spaces in the credential.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4264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insufficient_quota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17190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has no credit. Add billing in the OpenAI dashboard.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414016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6012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category chosen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60120" y="285292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category descriptions, set temperature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keep the 'Other' output.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2414016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56032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6636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File gives no text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66360" y="285292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 is a scanned image. Use a text PDF, or run OCR first.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54787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69417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012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breaks the next node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60120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Information Extractor or a Structured Output Parser instead of free text.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663440" y="354787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694176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16636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email is processed twice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5166360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 </a:t>
            </a:r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only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mark the email as read after labelling it.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Extend what you built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angry customers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Sentiment Analysis node on WF1's Support branch and email a manager when the tone is negative.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output → Gmail.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replies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Billing emails, generate a polite reply and save it as a draft in the same thread.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draft has a Thread ID option: use the trigger's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threadId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invoice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invoices for manual review when the GSTIN is not 15 characters or the total is above Rs 1 lakh.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node after the extractor, before MySQL.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4  |  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→ Text Classifier → labels + 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945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Extraction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text → Information Extractor → MySQL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632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→ GPT-4o mini → new Doc → Gmail draft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7373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one node; the workflow does the rest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make AI output safe to use downstream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 for decisions; review generated text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is cheap, but set limits and protect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372160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Capstone — an end-to-end AI support desk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Generative AI in Business Automation</dc:title>
  <dc:subject>PptxGenJS Presentation</dc:subject>
  <dc:creator>Atul Kahate</dc:creator>
  <cp:lastModifiedBy>Atul Kahate</cp:lastModifiedBy>
  <cp:revision>1</cp:revision>
  <dcterms:created xsi:type="dcterms:W3CDTF">2026-09-29T10:53:03Z</dcterms:created>
  <dcterms:modified xsi:type="dcterms:W3CDTF">2026-09-29T10:53:03Z</dcterms:modified>
</cp:coreProperties>
</file>