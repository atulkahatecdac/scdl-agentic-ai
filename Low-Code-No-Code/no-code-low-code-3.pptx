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business system exposes an API. Today we consume two free public APIs and then turn n8n into an API that others can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Restaurant analogy: you (client) give an order (request) to the waiter (API), the kitchen (server) prepares it, the waiter brings the dish (response).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&amp; External Service Integration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REST APIs from n8n, work with JSON, and publish an API of your own.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in Generative AI and Automation  ·  No-Code Low-Code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745236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3841" y="89263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7960" y="7269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form or webhook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89904" y="134874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806440" y="1705356"/>
            <a:ext cx="566928" cy="56692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841" y="185275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37960" y="16870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 REST API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9904" y="230886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806440" y="2665476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41" y="281287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26471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out the fields you need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9904" y="326898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5806440" y="3625596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841" y="377299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37960" y="36073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Sheets, MySQL, Gmail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 act on the result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Goals &amp; Agenda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hands-on workflows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REST requests, responses and status codes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2677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nested JSON and pick out fields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0449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any REST API with the HTTP Request node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82219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your own API with a Webhook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0" y="128016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8006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992624" y="1847088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440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objectives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992624" y="224942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440680" y="2139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992624" y="2651760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4068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try the APIs in a browser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800600" y="298094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00600" y="298094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44068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Alert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800600" y="3383280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00600" y="33832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440680" y="3346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Currency Converter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800600" y="378561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800600" y="378561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44068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API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4992624" y="426110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440680" y="4151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Troubleshooting, challenge,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 that lets one program ask another for data or actions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44168"/>
            <a:ext cx="438912" cy="43891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17" y="1458285"/>
            <a:ext cx="210678" cy="2106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325880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workflow asks, via the HTTP Request node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057400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17" y="2171517"/>
            <a:ext cx="210678" cy="2106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039112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+ URL + headers + (optional) body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770632"/>
            <a:ext cx="438912" cy="43891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7" y="2884749"/>
            <a:ext cx="210678" cy="2106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752344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does the work: looks up rates, weather, orders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483864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" y="3597981"/>
            <a:ext cx="210678" cy="21067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465576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+ headers + a JSON body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one response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257800" y="1645920"/>
            <a:ext cx="3429000" cy="1978660"/>
          </a:xfrm>
          <a:prstGeom prst="roundRect">
            <a:avLst>
              <a:gd name="adj" fmla="val 277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394960" y="1783080"/>
            <a:ext cx="3154680" cy="170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/v1/latest?base=USD&amp;symbols=INR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api.frankfurter.dev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"base": "USD",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"date": "2026-09-28",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"rates": { "INR": 95.98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&amp; URL Anatomy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verb says what you want; the URL says what you want it on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/v1/forecast?latitude=18.52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something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/webhook/service-request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 PATCH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/ update part of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PATCH /tickets/SR-1001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 /tickets/SR-1001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anatomy: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https://api.open-meteo.com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(base) +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/v1/forecast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(path) +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?latitude=18.52&amp;longitude=73.86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(query parameters, joined with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to check when a call fails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004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Success; the body has your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resource was 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the new ID from the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/ 422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 request / invalid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the parameters or 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/ 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authenticated / not allowed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API key or permissions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URL or unknown resource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path and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down: batching, retry with a wait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/ 503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on the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later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JSON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shows every response as JSON — learn to find your way around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438912" cy="43891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17" y="1458285"/>
            <a:ext cx="210678" cy="2106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25880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{ }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fields: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$json.timezone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17" y="2171517"/>
            <a:ext cx="210678" cy="2106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039112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object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go deeper: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$json.rates.INR</a:t>
            </a:r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95.98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770632"/>
            <a:ext cx="438912" cy="43891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7" y="2884749"/>
            <a:ext cx="210678" cy="21067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752344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[ ]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from 0: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$json.daily.temperature_2m_max[0]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483864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" y="3597981"/>
            <a:ext cx="210678" cy="21067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3465576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don't type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field from the input panel and n8n writes the path for you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response (trimmed)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257800" y="1645920"/>
            <a:ext cx="3429000" cy="1389888"/>
          </a:xfrm>
          <a:prstGeom prst="roundRect">
            <a:avLst>
              <a:gd name="adj" fmla="val 39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394960" y="1783080"/>
            <a:ext cx="3154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"timezone": "Asia/Kolkata",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"daily":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"time": ["2026-09-29"],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"precipitation_probability_max": [80],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"temperature_2m_max": [32.2]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the HTTP Request Node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APIs know who you are — and the fastest way to set up a call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27048"/>
            <a:ext cx="457200" cy="45720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APIs such as Open-Meteo and Frankfurter: just call the URL.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64608" y="1527048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/ Bearer token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as a header (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…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or query parameter. Store it as a </a:t>
            </a:r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Auth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credential.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" y="326440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832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the provider (Google, Microsoft). n8n refreshes the tokens for you.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64608" y="3264408"/>
            <a:ext cx="457200" cy="45720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8328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cURL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86460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cURL example from the API docs into the HTTP Request node: method, URL, headers and body are filled 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Try the APIs First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works in a browser, it will work in n8n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weather URL into a browser: JSON appears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002536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9842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latitude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longitude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your city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660904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426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PowerShell, use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Invoke-RestMethod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curl.exe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(plain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differs)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31927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3009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m3_schema.sql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tables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95935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both containers are up: </a:t>
            </a:r>
            <a:pPr indent="0" marL="0"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PowerShell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645920"/>
            <a:ext cx="4069080" cy="2226564"/>
          </a:xfrm>
          <a:prstGeom prst="roundRect">
            <a:avLst>
              <a:gd name="adj" fmla="val 24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783080"/>
            <a:ext cx="3794760" cy="195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Weather for Pune (browser)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https://api.open-meteo.com/v1/forecast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?latitude=18.52&amp;longitude=73.86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&amp;daily=precipitation_probability_max,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temperature_2m_max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&amp;timezone=Asia/Kolkata&amp;forecast_days=1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Exchange rate (PowerShell)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Invoke-RestMethod ('https://api.frankfurter.dev'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'/v1/latest?base=USD&amp;symbols=INR')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Tables for this module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Get-Content m3_schema.sql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 exec -i mysql mysql -un8n -pn8npass bizdb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Alert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554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7:00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631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4660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944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Open-Meteo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1703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000500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63340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%, max temp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7093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5439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1723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≥ 60%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6248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90829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7113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field team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field-service company checks the weather every morning. If rain is likely in Pune, the field team gets an email to carry rain covers and schedule indoor jobs first.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with query parameters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from nested arrays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comparisons in IF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API data into a business decision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Alert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day at 7:00.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https://api.open-meteo.com/v1/forecast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Query Parameters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latitude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18.52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longitude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73.86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daily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precipitation_probability_max,temperature_2m_max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timezone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Asia/Kolkata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forecast_days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rain_chance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$json.daily.precipitation_probability_max[0]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max_temp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$json.daily.temperature_2m_max[0] 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$json.rain_chance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greater than or equal to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60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(Number).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Rain alert: {{ $json.rain_chance }}% chance today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Body: max temperature and advice.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threshold to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while testing so the email always sends — then put it back to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Alert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workflow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HTTP output; find the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arrays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Edit Fields shows two plain numbers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email arrives (threshold 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for the daily run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 output → email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1823720"/>
          </a:xfrm>
          <a:prstGeom prst="roundRect">
            <a:avLst>
              <a:gd name="adj" fmla="val 300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"rain_chance": 80,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"max_temp": 32.2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Rain alert: 80% chance today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temperature: 32.2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Carry rain covers for equipment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 indoor jobs first.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call, two fields, one decision — the pattern behind most API integrations.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Currency Converter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554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demand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631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4660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944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orders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1703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000500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63340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per order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7093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5439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1723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amount_inr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6248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90829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7113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rows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export business stores orders in USD, EUR, GBP and JPY. For each order the workflow fetches today's rate, converts the amount to rupees and writes a report to Google Sheets for the accounts team.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call per item (n8n loops for you)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inside query parameters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API results with the original item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to respect rate limits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Currency Converter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with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workflow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(swap for a Schedule later).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a SQL query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order_id, customer, currency, amount FROM orders WHERE currency &lt;&gt; 'INR'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https://api.frankfurter.dev/v1/latest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query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$json.currency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symbols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Options →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Batching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5 items every 1000 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$('MySQL').item.json.order_id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$json.rates.INR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amount_inr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($('MySQL').item.json.amount * $json.rates.INR).toFixed(2) 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 Row to the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INR Report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sheet: order_id, customer, currency, amount, rate, amount_inr.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node replaces each item with the API response;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$('MySQL').item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fetches the matching order.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Currency Converter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Execute; the HTTP node runs once per order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4650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item counts should match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3500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INR Report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9535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one conversion by hand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Report sheet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4069080" cy="1358900"/>
          </a:xfrm>
          <a:prstGeom prst="roundRect">
            <a:avLst>
              <a:gd name="adj" fmla="val 403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554480"/>
            <a:ext cx="3794760" cy="108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cur  amount    rate  amount_inr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ORD-101  USD    1200   95.98   115176.00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ORD-102  EUR     850  112.40    95540.00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ORD-103  GBP     400  129.10    51640.00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ORD-104  JPY  250000    0.64   160000.00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Rates change every working day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has an INR value, and the sheet has exactly as many rows as there are orders in MySQL.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API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554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/service-request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631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4660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56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944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present?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1703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000500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63340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7093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5439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1723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ticket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6248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90829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7113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Webhook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+ JSON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n8n into a small REST API. A website, mobile app or partner POSTs a service request as JSON; the API validates it, stores it in MySQL and replies with the new ticket ID.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node as an API endpoint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a JSON body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status codes and JSON replies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</a:t>
            </a:r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Invoke-RestMethod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API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309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Method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path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service-request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Respond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'Respond to Webhook' Node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$json.body.name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$json.body.email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$json.body.issue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not empty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SR-{{ $now.toFormat('yyMMdd') }}-{{ $execution.id }}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plus name, email and issue from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$json.body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into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tickets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map automatically.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 (x2)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True: code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body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"status": "created", "ticket_id": "SR-…" 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False: code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body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 "error": "name, email and issue are required" }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URLs contain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/webhook-test/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production URLs contain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/webhook/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most common mix-up.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API</a:t>
            </a:r>
            <a:pPr indent="0" marL="0">
              <a:buNone/>
            </a:pP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it listens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valid request (right)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send again: expect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tickets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 for the new row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Activate, then call the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/webhook/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URL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2226564"/>
          </a:xfrm>
          <a:prstGeom prst="roundRect">
            <a:avLst>
              <a:gd name="adj" fmla="val 24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95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$body = @{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= 'Asha Patil'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= 'asha@example.com'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 = 'Printer not working'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| ConvertTo-Json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$url = 'http://localhost:5678/webhook-test/'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'service-request'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Invoke-RestMethod -Method Post -Uri $url `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-ContentType 'application/json' -Body $body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status  ticket_id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------  ---------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created SR-260929-26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answers in under a second with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ticket ID, or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clear error. Only valid requests reach MySQL.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students hit most often, and how to fix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264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your webhook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7190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URL (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/webhook-test/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while building, production URL (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/webhook/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once active. Is the method POST?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426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422 bad currency pair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7190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Frankfurter can't convert a currency to itself. Filter out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INR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orders first.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41401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6012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429 Too Many Requests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60120" y="285292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</a:t>
            </a:r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HTTP node options, or </a:t>
            </a:r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Fail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wait.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241401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5603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6636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shows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66360" y="285292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exact path: arrays need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webhook data sits under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54787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69417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012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acts strangely in PowerShell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60120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Windows PowerShell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alias. Use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curl.exe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Invoke-RestMethod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63440" y="354787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69417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16636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times out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5166360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</a:t>
            </a:r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HTTP node options; check your network or proxy.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Extend what you built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Three-city forecast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Pune, Mumbai and Nagpur, then send one email listing all three.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cities from a sheet (3 items); the HTTP node runs once per city.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status API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</a:t>
            </a:r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/service-request?id=SR-…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returns the ticket's status from MySQL.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Webhook with method GET; read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$json.query.id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currencies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EUR next to INR in the report, still with one API call per order.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symbols=INR,EUR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both rates in </a:t>
            </a:r>
            <a:pPr indent="0" marL="0">
              <a:buNone/>
            </a:pP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rates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3  | 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Alert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→ Open-Meteo → IF → Gmail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945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Currency Converter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→ Frankfurter per order → Sheets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API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validate → MySQL → JSON reply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7373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is method + URL + headers + body; the reply is status + JSON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nested JSON by path; arrays start at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HTTP node runs once per item, so batch to be polite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Respond to Webhook turns n8n into an API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7216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Adding generative AI (GPT-4o mini) to workflows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APIs &amp; External Service Integration</dc:title>
  <dc:subject>PptxGenJS Presentation</dc:subject>
  <dc:creator>Atul Kahate</dc:creator>
  <cp:lastModifiedBy>Atul Kahate</cp:lastModifiedBy>
  <cp:revision>1</cp:revision>
  <dcterms:created xsi:type="dcterms:W3CDTF">2026-09-29T10:53:03Z</dcterms:created>
  <dcterms:modified xsi:type="dcterms:W3CDTF">2026-09-29T10:53:03Z</dcterms:modified>
</cp:coreProperties>
</file>