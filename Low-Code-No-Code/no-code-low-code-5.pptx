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capstone: an AI support desk that uses one skill from each earlier module, plus the operations work that makes it safe to run for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rows: a customer request drives WF1, the clock drives WF2, and any failure drives WF3. All three share credentials and the same MySQL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--result-file inside the container avoids PowerShell 5.1 re-encoding the dump as UTF-16, which a plain &gt; redirect would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checklist as a class before anyone calls the capstone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No-Code AI Automation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forms, n8n, MySQL, an API, GPT-4o mini, Gmail and Google Docs into one working system.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 Generative AI and Automation  ·  No-Code Low-Code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74523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841" y="8926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7269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form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comes in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9904" y="134874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06440" y="1705356"/>
            <a:ext cx="566928" cy="566928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841" y="185275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16870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GPT-4o mini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prioritise, draft reply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9904" y="230886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806440" y="266547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8128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471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API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enrich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904" y="326898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06440" y="3625596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37729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7960" y="36073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Docs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reports, alerts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 &amp; 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3 workflows, one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multi-workflow solution from requirements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app, API, LLM and external services end to end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0449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monitor workflows in production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errors, backups and security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0" y="128016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992624" y="1847088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40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92624" y="224942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40680" y="2139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operations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992624" y="2651760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40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capstone database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00600" y="298094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00600" y="29809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406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800600" y="338328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00600" y="3383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406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 Report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00600" y="37856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800600" y="37856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992624" y="426110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406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checklist, challenge,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Already Know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uses one skill from each earlier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1538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0136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+ Sheets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form, logs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821" y="15380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0448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56032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67004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MySQL, schedules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storage, report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15380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007608" y="1691640"/>
            <a:ext cx="1335024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66344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7316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Webhook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lookup API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406640" y="1371600"/>
            <a:ext cx="640080" cy="64008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061" y="153802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766560" y="2404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766560" y="28346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876288" y="292608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mini, JSON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draft reply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Architecture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workflows, one database, shared credentials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0" y="1234440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D5DA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2608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(Docker)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691640"/>
            <a:ext cx="411480" cy="4114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3" y="179862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69848" y="1554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form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95728" y="1897380"/>
            <a:ext cx="512064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926080" y="15544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063240" y="175564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3240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1554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6060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6928" y="2743200"/>
            <a:ext cx="411480" cy="4114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3" y="2850185"/>
            <a:ext cx="197510" cy="19751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69848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18:00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395728" y="2948940"/>
            <a:ext cx="512064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926080" y="26060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063240" y="280720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063240" y="2807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703320" y="2606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3657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6928" y="3794760"/>
            <a:ext cx="411480" cy="4114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3" y="3901745"/>
            <a:ext cx="197510" cy="19751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069848" y="36576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WF1 or WF2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2395728" y="4000500"/>
            <a:ext cx="512064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2926080" y="36576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063240" y="385876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063240" y="3858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370332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779008" y="1453896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6309360" y="123444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335024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766560" y="1234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customers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779008" y="1984248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6309360" y="1764792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865376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766560" y="17647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lookup (webhook)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779008" y="2514600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6309360" y="2295144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395728"/>
            <a:ext cx="237744" cy="237744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766560" y="22951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reply, report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5779008" y="3044952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6309360" y="2825496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926080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766560" y="28254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reports, alerts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5779008" y="3575304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6309360" y="335584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456432"/>
            <a:ext cx="237744" cy="237744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766560" y="33558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</a:t>
            </a:r>
            <a:endParaRPr lang="en-US" sz="1100" dirty="0"/>
          </a:p>
        </p:txBody>
      </p:sp>
      <p:sp>
        <p:nvSpPr>
          <p:cNvPr id="55" name="Shape 44"/>
          <p:cNvSpPr/>
          <p:nvPr/>
        </p:nvSpPr>
        <p:spPr>
          <a:xfrm>
            <a:off x="5779008" y="4105656"/>
            <a:ext cx="512064" cy="0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6309360" y="388620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3986784"/>
            <a:ext cx="237744" cy="23774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6766560" y="3886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error logs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tables and field names before building anything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/ sheet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customers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(MySQL)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customer_id, name, email, tier (Gold / Standard)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tickets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(MySQL)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ticket_id, email, category, priority, sla_hours, summary, status, created_at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Lookup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/webhook/customer?email=…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returns tier and customer_id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 Log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(Sheets)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ticket_id, category, priority, reply_sent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 Log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(Sheets)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workflow, node, message, execution_url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names everywhere: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ticket_id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the same thing in every workflow. Renaming one later breaks expressions.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From Test to Production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real users depend on your workflows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(Publish)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each workflow on. Production URLs (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/form/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work only while it is active.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GENERIC_TIMEZONE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container drives every Schedule Trigger.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server, set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WEBHOOK_URL=https://your-domain/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forms, webhooks and approval links point to the right place.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run it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for class; a small cloud VM with Docker and HTTPS, or n8n Cloud, for real use.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Monitor, Back Up, Recover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workflow is a job, not a one-off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325880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 list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for failed runs; open one to see the exact node and input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7" y="2171517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039112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workflow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you about any failure (today's WF3)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2884749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752344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workflows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JSON and keep them in Git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483864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3597981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465576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MySQL and export n8n regularly (right)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backups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257800" y="1645920"/>
            <a:ext cx="3429000" cy="1459611"/>
          </a:xfrm>
          <a:prstGeom prst="roundRect">
            <a:avLst>
              <a:gd name="adj" fmla="val 375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394960" y="1783080"/>
            <a:ext cx="3154680" cy="118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workflows as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n8n n8n export:workflow --all 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--output=/home/node/.n8n/workflows.json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n8n:/home/node/.n8n/workflows.json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MySQL dump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mysql mysqldump -uroot -proot123 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--result-file=/tmp/bizdb.sql bizdb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mysql:/tmp/bizdb.sql 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Capstone 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Modules 1–4 stays; add two tables and one helper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both containers are running: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842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m5_schema.sql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426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ready-made </a:t>
            </a:r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Lookup API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 and activate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Log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Log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sheets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95935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credentials: MySQL, Google, Gmail, OpenAI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645920"/>
            <a:ext cx="4069080" cy="2226564"/>
          </a:xfrm>
          <a:prstGeom prst="roundRect">
            <a:avLst>
              <a:gd name="adj" fmla="val 24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783080"/>
            <a:ext cx="379476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  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n8n     Up 2 minutes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mysql   Up 2 minutes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 m5_schema.sql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 exec -i mysql mysql -un8n -pn8npass bizdb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the lookup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 ('http://localhost:5678/'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'webhook/customer?email=asha@example.com')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tier  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  C-001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94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24435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807899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13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70739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92255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975719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733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38559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draft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6007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143538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06378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SLA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789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311358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371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74198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ticket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195713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6479177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191" y="14904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42017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draft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363533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7646997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10" y="1490472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509837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submits a request. The workflow looks up their tier, asks GPT-4o mini for category, priority, a summary and a reply, sets the SLA (Gold 4 h, Standard 24 h), stores the ticket, answers the customer and logs it all.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API → AI → database in one run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model for several JSON fields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on top of AI output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a human must review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1/2: intake + AI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Fields: Name, Email, Order number (optional), Message (textarea).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http://localhost:5678/webhook/customer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query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$json.Email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Returns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(unknown email →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Standard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Sub-nodes: OpenAI Chat Model (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gpt-4o-mini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temp 0) +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 Parser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System: 'Return JSON with category (Billing, Technical, Delivery, General), priority (Low, Medium, High), summary (max 12 words), reply (polite, max 80 words, promise no refunds).'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 the AI JSON into fields.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SR-{{ $now.toFormat('yyMMdd') }}-{{ $execution.id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sla_hours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$('HTTP Request').item.json.tier == 'Gold' ? 4 : 24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n8n container,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localhost:5678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n8n itself — so one workflow can call another's webhook this way.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2/2: store, reply, log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ticket_id, email, category, priority, sla_hours, summary, status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priority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true: Gmail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reply + alert to the support lead. False: Gmail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reply.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[SR-…] We've received your request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body = the AI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'We will respond within N hours'. Read fields from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$('Edit Fields')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 Log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time, ticket_id, category, priority, reply_sent.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workflow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WF3 (built later today).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reply text is AI-written. IDs, SLA and routing come from rules you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a Gold customer (asha@example.com) with a billing complaint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465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an unknown customer with a general question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500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MySQL: category, priority, SLA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53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sent email, the draft and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Log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 output ($json.output)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069080" cy="1599057"/>
          </a:xfrm>
          <a:prstGeom prst="roundRect">
            <a:avLst>
              <a:gd name="adj" fmla="val 343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554480"/>
            <a:ext cx="3794760" cy="132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"Billing",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"priority": "High",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"Charged twice for Sept plan",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"reply": "Dear Asha, sorry about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charge. We have raised it with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our billing team and will update you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within 4 hours."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High → 4 h SLA, reply held as a draft, lead alerted. Unknown + Low → 24 h SLA, reply sent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 Report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18:00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1907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002536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65376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stats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815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64992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24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27832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44398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727448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90288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summary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8064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089904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52744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insert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16889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452360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2692" y="14904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15200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manager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 pm the support manager gets a short report: ticket counts by category and priority and a plain-English summary written by GPT-4o mini — saved as a Google Doc and emailed.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SQL results for a prompt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explains numbers without inventing them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Module 2's Docs + Gmail pattern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 production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 Report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day at 18:00.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category, priority, COUNT(*) AS n FROM tickets WHERE DATE(created_at) = CURDATE() GROUP BY category, 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 data into one field,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gpt-4o-mini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'Write a 5-line summary for a support manager using ONLY these numbers: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JSON.stringify($json.stats)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Point out anything High priority.'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Support report {{ $today.toFormat('dd MMM')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then Insert the summary.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the manager, with the link to the doc.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numbers and tell it to use only those: its job is to explain the data, not to invent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 Report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few tickets through WF1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465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WF2 manually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500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report: do the numbers match MySQL?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53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 for the 18:00 run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Google Docs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069080" cy="1668780"/>
          </a:xfrm>
          <a:prstGeom prst="roundRect">
            <a:avLst>
              <a:gd name="adj" fmla="val 328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554480"/>
            <a:ext cx="379476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report - 29 Sep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tickets today: 5 Billing, 4 Technical,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Delivery and 1 General.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are High priority, all Billing: double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charges after the plan change.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 checking the payment gateway.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matches the SQL numbers exactly. Spot-check two of them every time you change the prompt.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965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249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9008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7355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639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details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4398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2744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9028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89788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18134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4418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admin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WF1 or WF2 fails — MySQL down, API key expired, Google quota reached — this workflow records the failure and emails the admin a link to the failed run.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and workflow settings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URLs for fast debugging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failure on purpose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production workflow needs one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&amp; test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settings. Then in WF1 and WF2: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Error workflow → WF3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workflow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$json.workflow.name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$json.execution.lastNodeExecuted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$json.execution.error.message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url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$json.execution.url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the four fields and the time 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 Log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[n8n ERROR] {{ $json.workflow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body: node, message and the link.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stop mysql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submit the WF1 form → the alert arrives →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start mysql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Trigger fires for automatic (production) runs of active workflows, not for manual test runs.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 &amp; Challenge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every box before real users depend on it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1325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workflows active; users get production URLs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4792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22960" y="17282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workflow set on every workflow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712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296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only in n8n credentials, never in node fields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9464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22960" y="2532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for decisions; humans review High priority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71800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22960" y="29352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monthly usage limit set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74136"/>
            <a:ext cx="237744" cy="237744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22960" y="33375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backup: workflow JSON + MySQL dump</a:t>
            </a:r>
            <a:endParaRPr lang="en-US" sz="12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76472"/>
            <a:ext cx="237744" cy="2377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822960" y="37398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time zone set</a:t>
            </a:r>
            <a:endParaRPr lang="en-US" sz="12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78808"/>
            <a:ext cx="237744" cy="237744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822960" y="41422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JSON committed to Git</a:t>
            </a:r>
            <a:endParaRPr lang="en-US" sz="1250" dirty="0"/>
          </a:p>
        </p:txBody>
      </p:sp>
      <p:sp>
        <p:nvSpPr>
          <p:cNvPr id="22" name="Shape 11"/>
          <p:cNvSpPr/>
          <p:nvPr/>
        </p:nvSpPr>
        <p:spPr>
          <a:xfrm>
            <a:off x="5120640" y="128016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2"/>
          <p:cNvSpPr txBox="1"/>
          <p:nvPr/>
        </p:nvSpPr>
        <p:spPr>
          <a:xfrm>
            <a:off x="5349240" y="1417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CHALLENGES</a:t>
            </a:r>
            <a:endParaRPr lang="en-US" sz="1000" dirty="0"/>
          </a:p>
        </p:txBody>
      </p:sp>
      <p:sp>
        <p:nvSpPr>
          <p:cNvPr id="24" name="Shape 13"/>
          <p:cNvSpPr/>
          <p:nvPr/>
        </p:nvSpPr>
        <p:spPr>
          <a:xfrm>
            <a:off x="5349240" y="1801368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14"/>
          <p:cNvSpPr txBox="1"/>
          <p:nvPr/>
        </p:nvSpPr>
        <p:spPr>
          <a:xfrm>
            <a:off x="534924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15"/>
          <p:cNvSpPr txBox="1"/>
          <p:nvPr/>
        </p:nvSpPr>
        <p:spPr>
          <a:xfrm>
            <a:off x="580644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rating link to the closing email and store the score in MySQL.</a:t>
            </a:r>
            <a:endParaRPr lang="en-US" sz="1300" dirty="0"/>
          </a:p>
        </p:txBody>
      </p:sp>
      <p:sp>
        <p:nvSpPr>
          <p:cNvPr id="27" name="Shape 16"/>
          <p:cNvSpPr/>
          <p:nvPr/>
        </p:nvSpPr>
        <p:spPr>
          <a:xfrm>
            <a:off x="5349240" y="2715768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534924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18"/>
          <p:cNvSpPr txBox="1"/>
          <p:nvPr/>
        </p:nvSpPr>
        <p:spPr>
          <a:xfrm>
            <a:off x="5806440" y="2697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alert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hour, email the lead about Open tickets past their SLA.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5349240" y="3630168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0"/>
          <p:cNvSpPr txBox="1"/>
          <p:nvPr/>
        </p:nvSpPr>
        <p:spPr>
          <a:xfrm>
            <a:off x="534924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8064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answers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GPT-4o mini an FAQ Google Doc so replies quote real policy.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sessions, fifteen workflows, one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538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91056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app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Sheets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9464" y="1371600"/>
            <a:ext cx="640080" cy="6400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85" y="15380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39696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139696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73552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139696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49424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expenses, reports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Switch, Send and Wait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15380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22192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3822192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956048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3822192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931920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currency, own API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Request, Webhook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934456" y="1371600"/>
            <a:ext cx="640080" cy="64008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153802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504688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5504688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638544" y="1691640"/>
            <a:ext cx="914400" cy="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5504688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614416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invoices, minutes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Classifier, Extractor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616952" y="1371600"/>
            <a:ext cx="640080" cy="64008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3" y="1538021"/>
            <a:ext cx="307238" cy="30723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87184" y="2103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7187184" y="24048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187184" y="2834640"/>
            <a:ext cx="1499616" cy="1325880"/>
          </a:xfrm>
          <a:prstGeom prst="roundRect">
            <a:avLst>
              <a:gd name="adj" fmla="val 55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296912" y="29260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NODES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5  |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Desk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API → GPT → MySQL → Gmail → Sheets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Management Report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SQL → GPT → Docs → Gmail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→ log → alert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data fields first; every workflow shares them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rules decide; let AI read and write text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workflow needs an error workflow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workflows (JSON) and data (MySQL dump)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721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— Atul Kahate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End-to-End No-Code AI Automation</dc:title>
  <dc:subject>PptxGenJS Presentation</dc:subject>
  <dc:creator>Atul Kahate</dc:creator>
  <cp:lastModifiedBy>Atul Kahate</cp:lastModifiedBy>
  <cp:revision>1</cp:revision>
  <dcterms:created xsi:type="dcterms:W3CDTF">2026-09-29T10:53:03Z</dcterms:created>
  <dcterms:modified xsi:type="dcterms:W3CDTF">2026-09-29T10:53:03Z</dcterms:modified>
</cp:coreProperties>
</file>